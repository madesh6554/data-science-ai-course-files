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73" r:id="rId5"/>
    <p:sldId id="259" r:id="rId6"/>
    <p:sldId id="264" r:id="rId7"/>
    <p:sldId id="260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62" r:id="rId17"/>
    <p:sldId id="263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48" d="100"/>
          <a:sy n="48" d="100"/>
        </p:scale>
        <p:origin x="67" y="7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05CD3C9-C3D9-48E7-8884-6BE77AD6109D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IN"/>
        </a:p>
      </dgm:t>
    </dgm:pt>
    <dgm:pt modelId="{028A6F16-FB0D-421C-AB48-80CBEFDA030C}">
      <dgm:prSet/>
      <dgm:spPr/>
      <dgm:t>
        <a:bodyPr/>
        <a:lstStyle/>
        <a:p>
          <a:r>
            <a:rPr lang="en-IN" dirty="0"/>
            <a:t>Handle Missing Values</a:t>
          </a:r>
        </a:p>
      </dgm:t>
    </dgm:pt>
    <dgm:pt modelId="{97131FE0-5C98-40F3-BE2E-7AB60B9CD030}" type="parTrans" cxnId="{650727E7-9628-4C91-8FDC-A28135A797E2}">
      <dgm:prSet/>
      <dgm:spPr/>
      <dgm:t>
        <a:bodyPr/>
        <a:lstStyle/>
        <a:p>
          <a:endParaRPr lang="en-IN"/>
        </a:p>
      </dgm:t>
    </dgm:pt>
    <dgm:pt modelId="{B05332AC-BF3D-4464-A6F3-E10AAB9CE0EB}" type="sibTrans" cxnId="{650727E7-9628-4C91-8FDC-A28135A797E2}">
      <dgm:prSet/>
      <dgm:spPr/>
      <dgm:t>
        <a:bodyPr/>
        <a:lstStyle/>
        <a:p>
          <a:endParaRPr lang="en-IN"/>
        </a:p>
      </dgm:t>
    </dgm:pt>
    <dgm:pt modelId="{F5EBC8CC-B29B-489A-93CC-8CCE64A06497}">
      <dgm:prSet/>
      <dgm:spPr/>
      <dgm:t>
        <a:bodyPr/>
        <a:lstStyle/>
        <a:p>
          <a:r>
            <a:rPr lang="en-IN" dirty="0"/>
            <a:t>Detect Outliers</a:t>
          </a:r>
        </a:p>
      </dgm:t>
    </dgm:pt>
    <dgm:pt modelId="{5A625186-A6D5-41BF-A4DC-CC67BC7E3AB2}" type="parTrans" cxnId="{85DB3263-F63D-4F39-82E5-068B00F87443}">
      <dgm:prSet/>
      <dgm:spPr/>
      <dgm:t>
        <a:bodyPr/>
        <a:lstStyle/>
        <a:p>
          <a:endParaRPr lang="en-IN"/>
        </a:p>
      </dgm:t>
    </dgm:pt>
    <dgm:pt modelId="{9D76184A-5F5C-4F36-A18C-75CB52113307}" type="sibTrans" cxnId="{85DB3263-F63D-4F39-82E5-068B00F87443}">
      <dgm:prSet/>
      <dgm:spPr/>
      <dgm:t>
        <a:bodyPr/>
        <a:lstStyle/>
        <a:p>
          <a:endParaRPr lang="en-IN"/>
        </a:p>
      </dgm:t>
    </dgm:pt>
    <dgm:pt modelId="{BA7DAB7C-53E8-4BCE-8C26-DF6FD70BF24D}">
      <dgm:prSet/>
      <dgm:spPr/>
      <dgm:t>
        <a:bodyPr/>
        <a:lstStyle/>
        <a:p>
          <a:r>
            <a:rPr lang="en-IN" dirty="0"/>
            <a:t>Descriptive Statistics</a:t>
          </a:r>
        </a:p>
      </dgm:t>
    </dgm:pt>
    <dgm:pt modelId="{510818CE-5CA5-46A0-AF4B-D61B80F21F07}" type="parTrans" cxnId="{8D0F42E5-37ED-4D52-BE43-A06C894A5DB4}">
      <dgm:prSet/>
      <dgm:spPr/>
      <dgm:t>
        <a:bodyPr/>
        <a:lstStyle/>
        <a:p>
          <a:endParaRPr lang="en-IN"/>
        </a:p>
      </dgm:t>
    </dgm:pt>
    <dgm:pt modelId="{62205711-06FF-48BB-A6BB-935AC3DAB4CC}" type="sibTrans" cxnId="{8D0F42E5-37ED-4D52-BE43-A06C894A5DB4}">
      <dgm:prSet/>
      <dgm:spPr/>
      <dgm:t>
        <a:bodyPr/>
        <a:lstStyle/>
        <a:p>
          <a:endParaRPr lang="en-IN"/>
        </a:p>
      </dgm:t>
    </dgm:pt>
    <dgm:pt modelId="{1DF623A1-3D66-445F-9BD7-DDEC61C92526}">
      <dgm:prSet/>
      <dgm:spPr/>
      <dgm:t>
        <a:bodyPr/>
        <a:lstStyle/>
        <a:p>
          <a:r>
            <a:rPr lang="en-IN" dirty="0"/>
            <a:t>Univariate Analysis</a:t>
          </a:r>
        </a:p>
      </dgm:t>
    </dgm:pt>
    <dgm:pt modelId="{771DC23A-4C5A-44C2-95F9-1D9BD82A1908}" type="parTrans" cxnId="{C596E469-8129-45E1-940C-8DE828FAD703}">
      <dgm:prSet/>
      <dgm:spPr/>
      <dgm:t>
        <a:bodyPr/>
        <a:lstStyle/>
        <a:p>
          <a:endParaRPr lang="en-IN"/>
        </a:p>
      </dgm:t>
    </dgm:pt>
    <dgm:pt modelId="{64DD5110-6767-4A23-8C29-64FC3A06D0DA}" type="sibTrans" cxnId="{C596E469-8129-45E1-940C-8DE828FAD703}">
      <dgm:prSet/>
      <dgm:spPr/>
      <dgm:t>
        <a:bodyPr/>
        <a:lstStyle/>
        <a:p>
          <a:endParaRPr lang="en-IN"/>
        </a:p>
      </dgm:t>
    </dgm:pt>
    <dgm:pt modelId="{908A9B43-86B1-4FB4-B017-3A5871335B56}">
      <dgm:prSet/>
      <dgm:spPr/>
      <dgm:t>
        <a:bodyPr/>
        <a:lstStyle/>
        <a:p>
          <a:r>
            <a:rPr lang="en-IN" dirty="0"/>
            <a:t>Bivariate Analysis</a:t>
          </a:r>
        </a:p>
      </dgm:t>
    </dgm:pt>
    <dgm:pt modelId="{BA658B20-A955-4F2D-A23B-748851657832}" type="parTrans" cxnId="{D8B7C679-3FD7-4B69-8779-4FA42D59CCD6}">
      <dgm:prSet/>
      <dgm:spPr/>
      <dgm:t>
        <a:bodyPr/>
        <a:lstStyle/>
        <a:p>
          <a:endParaRPr lang="en-IN"/>
        </a:p>
      </dgm:t>
    </dgm:pt>
    <dgm:pt modelId="{A13ECCE3-FB3A-4A7F-A263-F25A96378627}" type="sibTrans" cxnId="{D8B7C679-3FD7-4B69-8779-4FA42D59CCD6}">
      <dgm:prSet/>
      <dgm:spPr/>
      <dgm:t>
        <a:bodyPr/>
        <a:lstStyle/>
        <a:p>
          <a:endParaRPr lang="en-IN"/>
        </a:p>
      </dgm:t>
    </dgm:pt>
    <dgm:pt modelId="{007A49A1-6760-4BD4-B806-7E987C722F5F}">
      <dgm:prSet/>
      <dgm:spPr/>
      <dgm:t>
        <a:bodyPr/>
        <a:lstStyle/>
        <a:p>
          <a:r>
            <a:rPr lang="en-IN" dirty="0"/>
            <a:t>Correlation Analysis</a:t>
          </a:r>
        </a:p>
      </dgm:t>
    </dgm:pt>
    <dgm:pt modelId="{94E01723-C3BE-47E4-934D-30B3E99C74F7}" type="parTrans" cxnId="{7DE9DF05-9D0D-49C7-84FB-B26594E3E69D}">
      <dgm:prSet/>
      <dgm:spPr/>
      <dgm:t>
        <a:bodyPr/>
        <a:lstStyle/>
        <a:p>
          <a:endParaRPr lang="en-IN"/>
        </a:p>
      </dgm:t>
    </dgm:pt>
    <dgm:pt modelId="{4F9D148B-1976-4B27-A205-2F839025B958}" type="sibTrans" cxnId="{7DE9DF05-9D0D-49C7-84FB-B26594E3E69D}">
      <dgm:prSet/>
      <dgm:spPr/>
      <dgm:t>
        <a:bodyPr/>
        <a:lstStyle/>
        <a:p>
          <a:endParaRPr lang="en-IN"/>
        </a:p>
      </dgm:t>
    </dgm:pt>
    <dgm:pt modelId="{9C4BDDA4-3FB8-4E3A-BF0A-189A9FC3F60A}">
      <dgm:prSet/>
      <dgm:spPr/>
      <dgm:t>
        <a:bodyPr/>
        <a:lstStyle/>
        <a:p>
          <a:r>
            <a:rPr lang="en-IN" dirty="0"/>
            <a:t>Data Cleaning</a:t>
          </a:r>
        </a:p>
      </dgm:t>
    </dgm:pt>
    <dgm:pt modelId="{83629100-B798-47B6-90DF-97A16D83F486}" type="parTrans" cxnId="{142FCCF1-9401-4B5E-8D6F-285E02187D20}">
      <dgm:prSet/>
      <dgm:spPr/>
      <dgm:t>
        <a:bodyPr/>
        <a:lstStyle/>
        <a:p>
          <a:endParaRPr lang="en-IN"/>
        </a:p>
      </dgm:t>
    </dgm:pt>
    <dgm:pt modelId="{1DE35212-6651-4BEC-A0FE-E2D3CBE653FD}" type="sibTrans" cxnId="{142FCCF1-9401-4B5E-8D6F-285E02187D20}">
      <dgm:prSet/>
      <dgm:spPr/>
      <dgm:t>
        <a:bodyPr/>
        <a:lstStyle/>
        <a:p>
          <a:endParaRPr lang="en-IN"/>
        </a:p>
      </dgm:t>
    </dgm:pt>
    <dgm:pt modelId="{15212B6D-D14C-420F-A681-B76C80824A93}">
      <dgm:prSet/>
      <dgm:spPr/>
      <dgm:t>
        <a:bodyPr/>
        <a:lstStyle/>
        <a:p>
          <a:r>
            <a:rPr lang="en-IN" dirty="0"/>
            <a:t>Feature Engineering</a:t>
          </a:r>
        </a:p>
      </dgm:t>
    </dgm:pt>
    <dgm:pt modelId="{DBFB0C65-456C-4423-907F-31C17E1D6719}" type="parTrans" cxnId="{4B6B74E3-031B-4D27-A8C8-34E7935473F7}">
      <dgm:prSet/>
      <dgm:spPr/>
      <dgm:t>
        <a:bodyPr/>
        <a:lstStyle/>
        <a:p>
          <a:endParaRPr lang="en-IN"/>
        </a:p>
      </dgm:t>
    </dgm:pt>
    <dgm:pt modelId="{BBB4A2E2-F821-42E1-A47A-90DDC5817204}" type="sibTrans" cxnId="{4B6B74E3-031B-4D27-A8C8-34E7935473F7}">
      <dgm:prSet/>
      <dgm:spPr/>
      <dgm:t>
        <a:bodyPr/>
        <a:lstStyle/>
        <a:p>
          <a:endParaRPr lang="en-IN"/>
        </a:p>
      </dgm:t>
    </dgm:pt>
    <dgm:pt modelId="{744A2D23-6BB3-43C8-859D-9F0AFA79F760}">
      <dgm:prSet/>
      <dgm:spPr/>
      <dgm:t>
        <a:bodyPr/>
        <a:lstStyle/>
        <a:p>
          <a:r>
            <a:rPr lang="en-IN" dirty="0"/>
            <a:t>Summary of Insights</a:t>
          </a:r>
        </a:p>
      </dgm:t>
    </dgm:pt>
    <dgm:pt modelId="{CAE32E16-A470-4919-98B1-148BD6675470}" type="parTrans" cxnId="{DC596B27-2BFF-4F17-A480-4A17A7620D4E}">
      <dgm:prSet/>
      <dgm:spPr/>
      <dgm:t>
        <a:bodyPr/>
        <a:lstStyle/>
        <a:p>
          <a:endParaRPr lang="en-IN"/>
        </a:p>
      </dgm:t>
    </dgm:pt>
    <dgm:pt modelId="{D1A69A90-F22D-4F1D-BB61-5B9E4101BCB4}" type="sibTrans" cxnId="{DC596B27-2BFF-4F17-A480-4A17A7620D4E}">
      <dgm:prSet/>
      <dgm:spPr/>
      <dgm:t>
        <a:bodyPr/>
        <a:lstStyle/>
        <a:p>
          <a:endParaRPr lang="en-IN"/>
        </a:p>
      </dgm:t>
    </dgm:pt>
    <dgm:pt modelId="{26DCEAFD-79CF-4BEC-B1DB-399BE1D7CB23}">
      <dgm:prSet/>
      <dgm:spPr/>
      <dgm:t>
        <a:bodyPr/>
        <a:lstStyle/>
        <a:p>
          <a:r>
            <a:rPr lang="en-IN"/>
            <a:t>Understand the Dataset</a:t>
          </a:r>
        </a:p>
      </dgm:t>
    </dgm:pt>
    <dgm:pt modelId="{A6B2378F-57A5-49C2-9357-50AE9E9C8D83}" type="sibTrans" cxnId="{DCD1A35D-D9AD-4BFA-A4A2-F60B5B0C9329}">
      <dgm:prSet/>
      <dgm:spPr/>
      <dgm:t>
        <a:bodyPr/>
        <a:lstStyle/>
        <a:p>
          <a:endParaRPr lang="en-IN"/>
        </a:p>
      </dgm:t>
    </dgm:pt>
    <dgm:pt modelId="{A543880E-BBCC-48B1-B065-AC71EA5D31CE}" type="parTrans" cxnId="{DCD1A35D-D9AD-4BFA-A4A2-F60B5B0C9329}">
      <dgm:prSet/>
      <dgm:spPr/>
      <dgm:t>
        <a:bodyPr/>
        <a:lstStyle/>
        <a:p>
          <a:endParaRPr lang="en-IN"/>
        </a:p>
      </dgm:t>
    </dgm:pt>
    <dgm:pt modelId="{019B00EC-ADB7-437F-BEF8-F0DBBAB06564}" type="pres">
      <dgm:prSet presAssocID="{F05CD3C9-C3D9-48E7-8884-6BE77AD6109D}" presName="Name0" presStyleCnt="0">
        <dgm:presLayoutVars>
          <dgm:dir/>
          <dgm:animLvl val="lvl"/>
          <dgm:resizeHandles val="exact"/>
        </dgm:presLayoutVars>
      </dgm:prSet>
      <dgm:spPr/>
    </dgm:pt>
    <dgm:pt modelId="{48697388-566B-4988-B0AF-5027B7B04F7B}" type="pres">
      <dgm:prSet presAssocID="{26DCEAFD-79CF-4BEC-B1DB-399BE1D7CB23}" presName="linNode" presStyleCnt="0"/>
      <dgm:spPr/>
    </dgm:pt>
    <dgm:pt modelId="{B3D3BEC9-1250-4003-8D3F-35259E976267}" type="pres">
      <dgm:prSet presAssocID="{26DCEAFD-79CF-4BEC-B1DB-399BE1D7CB23}" presName="parentText" presStyleLbl="node1" presStyleIdx="0" presStyleCnt="10">
        <dgm:presLayoutVars>
          <dgm:chMax val="1"/>
          <dgm:bulletEnabled val="1"/>
        </dgm:presLayoutVars>
      </dgm:prSet>
      <dgm:spPr/>
    </dgm:pt>
    <dgm:pt modelId="{E5155614-EE6D-4786-BE59-B7C34F46D628}" type="pres">
      <dgm:prSet presAssocID="{A6B2378F-57A5-49C2-9357-50AE9E9C8D83}" presName="sp" presStyleCnt="0"/>
      <dgm:spPr/>
    </dgm:pt>
    <dgm:pt modelId="{F7103615-109E-4662-BC40-914F88FC0E9E}" type="pres">
      <dgm:prSet presAssocID="{028A6F16-FB0D-421C-AB48-80CBEFDA030C}" presName="linNode" presStyleCnt="0"/>
      <dgm:spPr/>
    </dgm:pt>
    <dgm:pt modelId="{A8DF0526-D2B9-40DE-9E62-64E8409631A1}" type="pres">
      <dgm:prSet presAssocID="{028A6F16-FB0D-421C-AB48-80CBEFDA030C}" presName="parentText" presStyleLbl="node1" presStyleIdx="1" presStyleCnt="10">
        <dgm:presLayoutVars>
          <dgm:chMax val="1"/>
          <dgm:bulletEnabled val="1"/>
        </dgm:presLayoutVars>
      </dgm:prSet>
      <dgm:spPr/>
    </dgm:pt>
    <dgm:pt modelId="{4A5ACA58-2402-45F8-A0F0-499861B5B5E1}" type="pres">
      <dgm:prSet presAssocID="{B05332AC-BF3D-4464-A6F3-E10AAB9CE0EB}" presName="sp" presStyleCnt="0"/>
      <dgm:spPr/>
    </dgm:pt>
    <dgm:pt modelId="{658694A4-CF25-4360-97CF-612734668437}" type="pres">
      <dgm:prSet presAssocID="{F5EBC8CC-B29B-489A-93CC-8CCE64A06497}" presName="linNode" presStyleCnt="0"/>
      <dgm:spPr/>
    </dgm:pt>
    <dgm:pt modelId="{6605D2F1-87EE-4B51-B3A2-3486D28A9A5B}" type="pres">
      <dgm:prSet presAssocID="{F5EBC8CC-B29B-489A-93CC-8CCE64A06497}" presName="parentText" presStyleLbl="node1" presStyleIdx="2" presStyleCnt="10">
        <dgm:presLayoutVars>
          <dgm:chMax val="1"/>
          <dgm:bulletEnabled val="1"/>
        </dgm:presLayoutVars>
      </dgm:prSet>
      <dgm:spPr/>
    </dgm:pt>
    <dgm:pt modelId="{BE876EE5-AC51-4AF7-8E18-F7A2214166CF}" type="pres">
      <dgm:prSet presAssocID="{9D76184A-5F5C-4F36-A18C-75CB52113307}" presName="sp" presStyleCnt="0"/>
      <dgm:spPr/>
    </dgm:pt>
    <dgm:pt modelId="{8E4F6AF6-3FAE-4576-A975-879076FAB5AD}" type="pres">
      <dgm:prSet presAssocID="{BA7DAB7C-53E8-4BCE-8C26-DF6FD70BF24D}" presName="linNode" presStyleCnt="0"/>
      <dgm:spPr/>
    </dgm:pt>
    <dgm:pt modelId="{707717DE-4F45-48FE-BE23-2A8BF69F3A6A}" type="pres">
      <dgm:prSet presAssocID="{BA7DAB7C-53E8-4BCE-8C26-DF6FD70BF24D}" presName="parentText" presStyleLbl="node1" presStyleIdx="3" presStyleCnt="10">
        <dgm:presLayoutVars>
          <dgm:chMax val="1"/>
          <dgm:bulletEnabled val="1"/>
        </dgm:presLayoutVars>
      </dgm:prSet>
      <dgm:spPr/>
    </dgm:pt>
    <dgm:pt modelId="{D81C19C9-0C5E-4351-BBD0-7F126AE8F15B}" type="pres">
      <dgm:prSet presAssocID="{62205711-06FF-48BB-A6BB-935AC3DAB4CC}" presName="sp" presStyleCnt="0"/>
      <dgm:spPr/>
    </dgm:pt>
    <dgm:pt modelId="{289B33ED-09E0-4973-9730-FB4572C020FC}" type="pres">
      <dgm:prSet presAssocID="{1DF623A1-3D66-445F-9BD7-DDEC61C92526}" presName="linNode" presStyleCnt="0"/>
      <dgm:spPr/>
    </dgm:pt>
    <dgm:pt modelId="{9DD7DAEC-B47F-4820-B5A4-E885E3BB7954}" type="pres">
      <dgm:prSet presAssocID="{1DF623A1-3D66-445F-9BD7-DDEC61C92526}" presName="parentText" presStyleLbl="node1" presStyleIdx="4" presStyleCnt="10">
        <dgm:presLayoutVars>
          <dgm:chMax val="1"/>
          <dgm:bulletEnabled val="1"/>
        </dgm:presLayoutVars>
      </dgm:prSet>
      <dgm:spPr/>
    </dgm:pt>
    <dgm:pt modelId="{AB91CD23-CBF9-4D90-B1F3-629A60D264FD}" type="pres">
      <dgm:prSet presAssocID="{64DD5110-6767-4A23-8C29-64FC3A06D0DA}" presName="sp" presStyleCnt="0"/>
      <dgm:spPr/>
    </dgm:pt>
    <dgm:pt modelId="{12E40EA9-4678-4401-B2DB-A07FFAAF863A}" type="pres">
      <dgm:prSet presAssocID="{908A9B43-86B1-4FB4-B017-3A5871335B56}" presName="linNode" presStyleCnt="0"/>
      <dgm:spPr/>
    </dgm:pt>
    <dgm:pt modelId="{1C1C990B-5375-438D-9DEB-B3F1C826AA50}" type="pres">
      <dgm:prSet presAssocID="{908A9B43-86B1-4FB4-B017-3A5871335B56}" presName="parentText" presStyleLbl="node1" presStyleIdx="5" presStyleCnt="10">
        <dgm:presLayoutVars>
          <dgm:chMax val="1"/>
          <dgm:bulletEnabled val="1"/>
        </dgm:presLayoutVars>
      </dgm:prSet>
      <dgm:spPr/>
    </dgm:pt>
    <dgm:pt modelId="{6E20B391-61E8-47D7-8274-F06FB3614561}" type="pres">
      <dgm:prSet presAssocID="{A13ECCE3-FB3A-4A7F-A263-F25A96378627}" presName="sp" presStyleCnt="0"/>
      <dgm:spPr/>
    </dgm:pt>
    <dgm:pt modelId="{E678E915-522A-49D1-977F-28FE4CB887A4}" type="pres">
      <dgm:prSet presAssocID="{007A49A1-6760-4BD4-B806-7E987C722F5F}" presName="linNode" presStyleCnt="0"/>
      <dgm:spPr/>
    </dgm:pt>
    <dgm:pt modelId="{EC7EC8F2-E293-440C-A97A-688673231AE2}" type="pres">
      <dgm:prSet presAssocID="{007A49A1-6760-4BD4-B806-7E987C722F5F}" presName="parentText" presStyleLbl="node1" presStyleIdx="6" presStyleCnt="10">
        <dgm:presLayoutVars>
          <dgm:chMax val="1"/>
          <dgm:bulletEnabled val="1"/>
        </dgm:presLayoutVars>
      </dgm:prSet>
      <dgm:spPr/>
    </dgm:pt>
    <dgm:pt modelId="{5481100C-7CA3-40CA-8637-D8D47F2376B2}" type="pres">
      <dgm:prSet presAssocID="{4F9D148B-1976-4B27-A205-2F839025B958}" presName="sp" presStyleCnt="0"/>
      <dgm:spPr/>
    </dgm:pt>
    <dgm:pt modelId="{6E47ADD5-13A1-432E-A047-AB0F45A5DE9B}" type="pres">
      <dgm:prSet presAssocID="{9C4BDDA4-3FB8-4E3A-BF0A-189A9FC3F60A}" presName="linNode" presStyleCnt="0"/>
      <dgm:spPr/>
    </dgm:pt>
    <dgm:pt modelId="{11F26A72-0E1E-4CC1-9A5A-F4D8724E273F}" type="pres">
      <dgm:prSet presAssocID="{9C4BDDA4-3FB8-4E3A-BF0A-189A9FC3F60A}" presName="parentText" presStyleLbl="node1" presStyleIdx="7" presStyleCnt="10">
        <dgm:presLayoutVars>
          <dgm:chMax val="1"/>
          <dgm:bulletEnabled val="1"/>
        </dgm:presLayoutVars>
      </dgm:prSet>
      <dgm:spPr/>
    </dgm:pt>
    <dgm:pt modelId="{52B1C738-2AEB-49F9-B284-D4AD0D9D9A0B}" type="pres">
      <dgm:prSet presAssocID="{1DE35212-6651-4BEC-A0FE-E2D3CBE653FD}" presName="sp" presStyleCnt="0"/>
      <dgm:spPr/>
    </dgm:pt>
    <dgm:pt modelId="{E170CB82-D87F-4BE3-827A-85303F539594}" type="pres">
      <dgm:prSet presAssocID="{15212B6D-D14C-420F-A681-B76C80824A93}" presName="linNode" presStyleCnt="0"/>
      <dgm:spPr/>
    </dgm:pt>
    <dgm:pt modelId="{F9C7F851-286F-41F0-8730-1DC9B65AF05D}" type="pres">
      <dgm:prSet presAssocID="{15212B6D-D14C-420F-A681-B76C80824A93}" presName="parentText" presStyleLbl="node1" presStyleIdx="8" presStyleCnt="10">
        <dgm:presLayoutVars>
          <dgm:chMax val="1"/>
          <dgm:bulletEnabled val="1"/>
        </dgm:presLayoutVars>
      </dgm:prSet>
      <dgm:spPr/>
    </dgm:pt>
    <dgm:pt modelId="{80E74EC7-3E8F-46AC-B058-C581D9E2A35C}" type="pres">
      <dgm:prSet presAssocID="{BBB4A2E2-F821-42E1-A47A-90DDC5817204}" presName="sp" presStyleCnt="0"/>
      <dgm:spPr/>
    </dgm:pt>
    <dgm:pt modelId="{9CCB403A-309E-490A-B3F6-4371622DFE64}" type="pres">
      <dgm:prSet presAssocID="{744A2D23-6BB3-43C8-859D-9F0AFA79F760}" presName="linNode" presStyleCnt="0"/>
      <dgm:spPr/>
    </dgm:pt>
    <dgm:pt modelId="{6E6FCAC2-00EE-453A-A98D-390EF8CD62DA}" type="pres">
      <dgm:prSet presAssocID="{744A2D23-6BB3-43C8-859D-9F0AFA79F760}" presName="parentText" presStyleLbl="node1" presStyleIdx="9" presStyleCnt="10">
        <dgm:presLayoutVars>
          <dgm:chMax val="1"/>
          <dgm:bulletEnabled val="1"/>
        </dgm:presLayoutVars>
      </dgm:prSet>
      <dgm:spPr/>
    </dgm:pt>
  </dgm:ptLst>
  <dgm:cxnLst>
    <dgm:cxn modelId="{2F04D400-CC4E-4E32-B002-49BB7F9A2806}" type="presOf" srcId="{BA7DAB7C-53E8-4BCE-8C26-DF6FD70BF24D}" destId="{707717DE-4F45-48FE-BE23-2A8BF69F3A6A}" srcOrd="0" destOrd="0" presId="urn:microsoft.com/office/officeart/2005/8/layout/vList5"/>
    <dgm:cxn modelId="{7DE9DF05-9D0D-49C7-84FB-B26594E3E69D}" srcId="{F05CD3C9-C3D9-48E7-8884-6BE77AD6109D}" destId="{007A49A1-6760-4BD4-B806-7E987C722F5F}" srcOrd="6" destOrd="0" parTransId="{94E01723-C3BE-47E4-934D-30B3E99C74F7}" sibTransId="{4F9D148B-1976-4B27-A205-2F839025B958}"/>
    <dgm:cxn modelId="{FD56D21F-B234-46D8-872A-E2154C671E7F}" type="presOf" srcId="{744A2D23-6BB3-43C8-859D-9F0AFA79F760}" destId="{6E6FCAC2-00EE-453A-A98D-390EF8CD62DA}" srcOrd="0" destOrd="0" presId="urn:microsoft.com/office/officeart/2005/8/layout/vList5"/>
    <dgm:cxn modelId="{DC596B27-2BFF-4F17-A480-4A17A7620D4E}" srcId="{F05CD3C9-C3D9-48E7-8884-6BE77AD6109D}" destId="{744A2D23-6BB3-43C8-859D-9F0AFA79F760}" srcOrd="9" destOrd="0" parTransId="{CAE32E16-A470-4919-98B1-148BD6675470}" sibTransId="{D1A69A90-F22D-4F1D-BB61-5B9E4101BCB4}"/>
    <dgm:cxn modelId="{458B903C-C110-4148-A652-785B9585941F}" type="presOf" srcId="{007A49A1-6760-4BD4-B806-7E987C722F5F}" destId="{EC7EC8F2-E293-440C-A97A-688673231AE2}" srcOrd="0" destOrd="0" presId="urn:microsoft.com/office/officeart/2005/8/layout/vList5"/>
    <dgm:cxn modelId="{DCD1A35D-D9AD-4BFA-A4A2-F60B5B0C9329}" srcId="{F05CD3C9-C3D9-48E7-8884-6BE77AD6109D}" destId="{26DCEAFD-79CF-4BEC-B1DB-399BE1D7CB23}" srcOrd="0" destOrd="0" parTransId="{A543880E-BBCC-48B1-B065-AC71EA5D31CE}" sibTransId="{A6B2378F-57A5-49C2-9357-50AE9E9C8D83}"/>
    <dgm:cxn modelId="{85DB3263-F63D-4F39-82E5-068B00F87443}" srcId="{F05CD3C9-C3D9-48E7-8884-6BE77AD6109D}" destId="{F5EBC8CC-B29B-489A-93CC-8CCE64A06497}" srcOrd="2" destOrd="0" parTransId="{5A625186-A6D5-41BF-A4DC-CC67BC7E3AB2}" sibTransId="{9D76184A-5F5C-4F36-A18C-75CB52113307}"/>
    <dgm:cxn modelId="{8A985C45-C0D4-44D6-BAC9-73584C21C59E}" type="presOf" srcId="{15212B6D-D14C-420F-A681-B76C80824A93}" destId="{F9C7F851-286F-41F0-8730-1DC9B65AF05D}" srcOrd="0" destOrd="0" presId="urn:microsoft.com/office/officeart/2005/8/layout/vList5"/>
    <dgm:cxn modelId="{C596E469-8129-45E1-940C-8DE828FAD703}" srcId="{F05CD3C9-C3D9-48E7-8884-6BE77AD6109D}" destId="{1DF623A1-3D66-445F-9BD7-DDEC61C92526}" srcOrd="4" destOrd="0" parTransId="{771DC23A-4C5A-44C2-95F9-1D9BD82A1908}" sibTransId="{64DD5110-6767-4A23-8C29-64FC3A06D0DA}"/>
    <dgm:cxn modelId="{91613971-E66B-411B-8E89-61D95FFEC2FF}" type="presOf" srcId="{F5EBC8CC-B29B-489A-93CC-8CCE64A06497}" destId="{6605D2F1-87EE-4B51-B3A2-3486D28A9A5B}" srcOrd="0" destOrd="0" presId="urn:microsoft.com/office/officeart/2005/8/layout/vList5"/>
    <dgm:cxn modelId="{D8B7C679-3FD7-4B69-8779-4FA42D59CCD6}" srcId="{F05CD3C9-C3D9-48E7-8884-6BE77AD6109D}" destId="{908A9B43-86B1-4FB4-B017-3A5871335B56}" srcOrd="5" destOrd="0" parTransId="{BA658B20-A955-4F2D-A23B-748851657832}" sibTransId="{A13ECCE3-FB3A-4A7F-A263-F25A96378627}"/>
    <dgm:cxn modelId="{96458DAB-9381-4B53-B811-49302E7438B1}" type="presOf" srcId="{028A6F16-FB0D-421C-AB48-80CBEFDA030C}" destId="{A8DF0526-D2B9-40DE-9E62-64E8409631A1}" srcOrd="0" destOrd="0" presId="urn:microsoft.com/office/officeart/2005/8/layout/vList5"/>
    <dgm:cxn modelId="{80795BBA-59A6-48A2-ACB3-72AA0168397E}" type="presOf" srcId="{9C4BDDA4-3FB8-4E3A-BF0A-189A9FC3F60A}" destId="{11F26A72-0E1E-4CC1-9A5A-F4D8724E273F}" srcOrd="0" destOrd="0" presId="urn:microsoft.com/office/officeart/2005/8/layout/vList5"/>
    <dgm:cxn modelId="{37CCDBBF-1556-4680-994D-08CEAED21D42}" type="presOf" srcId="{26DCEAFD-79CF-4BEC-B1DB-399BE1D7CB23}" destId="{B3D3BEC9-1250-4003-8D3F-35259E976267}" srcOrd="0" destOrd="0" presId="urn:microsoft.com/office/officeart/2005/8/layout/vList5"/>
    <dgm:cxn modelId="{5AFF85D5-4B4D-469E-818C-5C9393EA5C5E}" type="presOf" srcId="{1DF623A1-3D66-445F-9BD7-DDEC61C92526}" destId="{9DD7DAEC-B47F-4820-B5A4-E885E3BB7954}" srcOrd="0" destOrd="0" presId="urn:microsoft.com/office/officeart/2005/8/layout/vList5"/>
    <dgm:cxn modelId="{4B6B74E3-031B-4D27-A8C8-34E7935473F7}" srcId="{F05CD3C9-C3D9-48E7-8884-6BE77AD6109D}" destId="{15212B6D-D14C-420F-A681-B76C80824A93}" srcOrd="8" destOrd="0" parTransId="{DBFB0C65-456C-4423-907F-31C17E1D6719}" sibTransId="{BBB4A2E2-F821-42E1-A47A-90DDC5817204}"/>
    <dgm:cxn modelId="{8D0F42E5-37ED-4D52-BE43-A06C894A5DB4}" srcId="{F05CD3C9-C3D9-48E7-8884-6BE77AD6109D}" destId="{BA7DAB7C-53E8-4BCE-8C26-DF6FD70BF24D}" srcOrd="3" destOrd="0" parTransId="{510818CE-5CA5-46A0-AF4B-D61B80F21F07}" sibTransId="{62205711-06FF-48BB-A6BB-935AC3DAB4CC}"/>
    <dgm:cxn modelId="{650727E7-9628-4C91-8FDC-A28135A797E2}" srcId="{F05CD3C9-C3D9-48E7-8884-6BE77AD6109D}" destId="{028A6F16-FB0D-421C-AB48-80CBEFDA030C}" srcOrd="1" destOrd="0" parTransId="{97131FE0-5C98-40F3-BE2E-7AB60B9CD030}" sibTransId="{B05332AC-BF3D-4464-A6F3-E10AAB9CE0EB}"/>
    <dgm:cxn modelId="{142FCCF1-9401-4B5E-8D6F-285E02187D20}" srcId="{F05CD3C9-C3D9-48E7-8884-6BE77AD6109D}" destId="{9C4BDDA4-3FB8-4E3A-BF0A-189A9FC3F60A}" srcOrd="7" destOrd="0" parTransId="{83629100-B798-47B6-90DF-97A16D83F486}" sibTransId="{1DE35212-6651-4BEC-A0FE-E2D3CBE653FD}"/>
    <dgm:cxn modelId="{27A5E5F6-C615-4EAF-BC00-D4566D0F8F6F}" type="presOf" srcId="{F05CD3C9-C3D9-48E7-8884-6BE77AD6109D}" destId="{019B00EC-ADB7-437F-BEF8-F0DBBAB06564}" srcOrd="0" destOrd="0" presId="urn:microsoft.com/office/officeart/2005/8/layout/vList5"/>
    <dgm:cxn modelId="{37A637FD-6D97-41A9-98BA-40A8E9B28F72}" type="presOf" srcId="{908A9B43-86B1-4FB4-B017-3A5871335B56}" destId="{1C1C990B-5375-438D-9DEB-B3F1C826AA50}" srcOrd="0" destOrd="0" presId="urn:microsoft.com/office/officeart/2005/8/layout/vList5"/>
    <dgm:cxn modelId="{A4F277E3-8013-4A42-9688-637C9B151CBB}" type="presParOf" srcId="{019B00EC-ADB7-437F-BEF8-F0DBBAB06564}" destId="{48697388-566B-4988-B0AF-5027B7B04F7B}" srcOrd="0" destOrd="0" presId="urn:microsoft.com/office/officeart/2005/8/layout/vList5"/>
    <dgm:cxn modelId="{BE5BBE96-6F83-49B0-A79C-79BC0FBA1384}" type="presParOf" srcId="{48697388-566B-4988-B0AF-5027B7B04F7B}" destId="{B3D3BEC9-1250-4003-8D3F-35259E976267}" srcOrd="0" destOrd="0" presId="urn:microsoft.com/office/officeart/2005/8/layout/vList5"/>
    <dgm:cxn modelId="{72052DE6-D4CB-422B-85BC-DD4739023B5E}" type="presParOf" srcId="{019B00EC-ADB7-437F-BEF8-F0DBBAB06564}" destId="{E5155614-EE6D-4786-BE59-B7C34F46D628}" srcOrd="1" destOrd="0" presId="urn:microsoft.com/office/officeart/2005/8/layout/vList5"/>
    <dgm:cxn modelId="{4A4A75B7-F00E-437B-A7C9-91630D1696AD}" type="presParOf" srcId="{019B00EC-ADB7-437F-BEF8-F0DBBAB06564}" destId="{F7103615-109E-4662-BC40-914F88FC0E9E}" srcOrd="2" destOrd="0" presId="urn:microsoft.com/office/officeart/2005/8/layout/vList5"/>
    <dgm:cxn modelId="{73611EA5-85D8-435A-8CCF-B20DC1DC3526}" type="presParOf" srcId="{F7103615-109E-4662-BC40-914F88FC0E9E}" destId="{A8DF0526-D2B9-40DE-9E62-64E8409631A1}" srcOrd="0" destOrd="0" presId="urn:microsoft.com/office/officeart/2005/8/layout/vList5"/>
    <dgm:cxn modelId="{DFF422DA-6E1A-412B-A26C-9B8D4C745246}" type="presParOf" srcId="{019B00EC-ADB7-437F-BEF8-F0DBBAB06564}" destId="{4A5ACA58-2402-45F8-A0F0-499861B5B5E1}" srcOrd="3" destOrd="0" presId="urn:microsoft.com/office/officeart/2005/8/layout/vList5"/>
    <dgm:cxn modelId="{B5215159-9AB4-4FEB-A35C-28407E0B63A1}" type="presParOf" srcId="{019B00EC-ADB7-437F-BEF8-F0DBBAB06564}" destId="{658694A4-CF25-4360-97CF-612734668437}" srcOrd="4" destOrd="0" presId="urn:microsoft.com/office/officeart/2005/8/layout/vList5"/>
    <dgm:cxn modelId="{B24B3119-E9F2-44C8-8A55-823960482D02}" type="presParOf" srcId="{658694A4-CF25-4360-97CF-612734668437}" destId="{6605D2F1-87EE-4B51-B3A2-3486D28A9A5B}" srcOrd="0" destOrd="0" presId="urn:microsoft.com/office/officeart/2005/8/layout/vList5"/>
    <dgm:cxn modelId="{B7F4E98E-4A57-47C9-9064-C3B067C7684C}" type="presParOf" srcId="{019B00EC-ADB7-437F-BEF8-F0DBBAB06564}" destId="{BE876EE5-AC51-4AF7-8E18-F7A2214166CF}" srcOrd="5" destOrd="0" presId="urn:microsoft.com/office/officeart/2005/8/layout/vList5"/>
    <dgm:cxn modelId="{8F080C67-9596-4AE2-BC59-2FF3D8F57706}" type="presParOf" srcId="{019B00EC-ADB7-437F-BEF8-F0DBBAB06564}" destId="{8E4F6AF6-3FAE-4576-A975-879076FAB5AD}" srcOrd="6" destOrd="0" presId="urn:microsoft.com/office/officeart/2005/8/layout/vList5"/>
    <dgm:cxn modelId="{B17147AC-9A1A-4D40-9548-117DBAA352BE}" type="presParOf" srcId="{8E4F6AF6-3FAE-4576-A975-879076FAB5AD}" destId="{707717DE-4F45-48FE-BE23-2A8BF69F3A6A}" srcOrd="0" destOrd="0" presId="urn:microsoft.com/office/officeart/2005/8/layout/vList5"/>
    <dgm:cxn modelId="{AB6F9C78-7FFD-4D19-BE58-F40AE007F5AE}" type="presParOf" srcId="{019B00EC-ADB7-437F-BEF8-F0DBBAB06564}" destId="{D81C19C9-0C5E-4351-BBD0-7F126AE8F15B}" srcOrd="7" destOrd="0" presId="urn:microsoft.com/office/officeart/2005/8/layout/vList5"/>
    <dgm:cxn modelId="{355762FE-09E5-4E3C-9F37-0779D6BA262D}" type="presParOf" srcId="{019B00EC-ADB7-437F-BEF8-F0DBBAB06564}" destId="{289B33ED-09E0-4973-9730-FB4572C020FC}" srcOrd="8" destOrd="0" presId="urn:microsoft.com/office/officeart/2005/8/layout/vList5"/>
    <dgm:cxn modelId="{41AFDC75-B89D-4FBD-B3A4-B896AA213E62}" type="presParOf" srcId="{289B33ED-09E0-4973-9730-FB4572C020FC}" destId="{9DD7DAEC-B47F-4820-B5A4-E885E3BB7954}" srcOrd="0" destOrd="0" presId="urn:microsoft.com/office/officeart/2005/8/layout/vList5"/>
    <dgm:cxn modelId="{7DA4EE19-80E8-433E-BC37-F0ABA1D9B689}" type="presParOf" srcId="{019B00EC-ADB7-437F-BEF8-F0DBBAB06564}" destId="{AB91CD23-CBF9-4D90-B1F3-629A60D264FD}" srcOrd="9" destOrd="0" presId="urn:microsoft.com/office/officeart/2005/8/layout/vList5"/>
    <dgm:cxn modelId="{D22FC381-2C52-4B0D-A6C4-92EA26F55C8A}" type="presParOf" srcId="{019B00EC-ADB7-437F-BEF8-F0DBBAB06564}" destId="{12E40EA9-4678-4401-B2DB-A07FFAAF863A}" srcOrd="10" destOrd="0" presId="urn:microsoft.com/office/officeart/2005/8/layout/vList5"/>
    <dgm:cxn modelId="{1B4F1ECC-38BF-4227-9F5E-10B4D39C7EEE}" type="presParOf" srcId="{12E40EA9-4678-4401-B2DB-A07FFAAF863A}" destId="{1C1C990B-5375-438D-9DEB-B3F1C826AA50}" srcOrd="0" destOrd="0" presId="urn:microsoft.com/office/officeart/2005/8/layout/vList5"/>
    <dgm:cxn modelId="{BDD7DE5E-85EC-4657-B53C-6D246A24A652}" type="presParOf" srcId="{019B00EC-ADB7-437F-BEF8-F0DBBAB06564}" destId="{6E20B391-61E8-47D7-8274-F06FB3614561}" srcOrd="11" destOrd="0" presId="urn:microsoft.com/office/officeart/2005/8/layout/vList5"/>
    <dgm:cxn modelId="{D7BF6A5F-BBB8-4E5E-8CBF-F4E5014B74AE}" type="presParOf" srcId="{019B00EC-ADB7-437F-BEF8-F0DBBAB06564}" destId="{E678E915-522A-49D1-977F-28FE4CB887A4}" srcOrd="12" destOrd="0" presId="urn:microsoft.com/office/officeart/2005/8/layout/vList5"/>
    <dgm:cxn modelId="{1BDE2E1F-BFC2-41AC-8210-5CD57143C07E}" type="presParOf" srcId="{E678E915-522A-49D1-977F-28FE4CB887A4}" destId="{EC7EC8F2-E293-440C-A97A-688673231AE2}" srcOrd="0" destOrd="0" presId="urn:microsoft.com/office/officeart/2005/8/layout/vList5"/>
    <dgm:cxn modelId="{AE1C749B-245C-4403-B08F-248642BAA549}" type="presParOf" srcId="{019B00EC-ADB7-437F-BEF8-F0DBBAB06564}" destId="{5481100C-7CA3-40CA-8637-D8D47F2376B2}" srcOrd="13" destOrd="0" presId="urn:microsoft.com/office/officeart/2005/8/layout/vList5"/>
    <dgm:cxn modelId="{B2859106-C7EE-40EA-A4A9-55F0FEFACB48}" type="presParOf" srcId="{019B00EC-ADB7-437F-BEF8-F0DBBAB06564}" destId="{6E47ADD5-13A1-432E-A047-AB0F45A5DE9B}" srcOrd="14" destOrd="0" presId="urn:microsoft.com/office/officeart/2005/8/layout/vList5"/>
    <dgm:cxn modelId="{36F42D16-B596-48DE-A80D-2D4C56C1A54D}" type="presParOf" srcId="{6E47ADD5-13A1-432E-A047-AB0F45A5DE9B}" destId="{11F26A72-0E1E-4CC1-9A5A-F4D8724E273F}" srcOrd="0" destOrd="0" presId="urn:microsoft.com/office/officeart/2005/8/layout/vList5"/>
    <dgm:cxn modelId="{A2EC5BC0-6306-472F-91B2-F44BEC581AE7}" type="presParOf" srcId="{019B00EC-ADB7-437F-BEF8-F0DBBAB06564}" destId="{52B1C738-2AEB-49F9-B284-D4AD0D9D9A0B}" srcOrd="15" destOrd="0" presId="urn:microsoft.com/office/officeart/2005/8/layout/vList5"/>
    <dgm:cxn modelId="{6E774C1C-5CD5-4FB3-A9A0-430383F3C289}" type="presParOf" srcId="{019B00EC-ADB7-437F-BEF8-F0DBBAB06564}" destId="{E170CB82-D87F-4BE3-827A-85303F539594}" srcOrd="16" destOrd="0" presId="urn:microsoft.com/office/officeart/2005/8/layout/vList5"/>
    <dgm:cxn modelId="{1A9F0149-DFDB-4CD0-B501-BD370FF557AA}" type="presParOf" srcId="{E170CB82-D87F-4BE3-827A-85303F539594}" destId="{F9C7F851-286F-41F0-8730-1DC9B65AF05D}" srcOrd="0" destOrd="0" presId="urn:microsoft.com/office/officeart/2005/8/layout/vList5"/>
    <dgm:cxn modelId="{F88D0F4E-0F3E-45B8-9621-4539840150BB}" type="presParOf" srcId="{019B00EC-ADB7-437F-BEF8-F0DBBAB06564}" destId="{80E74EC7-3E8F-46AC-B058-C581D9E2A35C}" srcOrd="17" destOrd="0" presId="urn:microsoft.com/office/officeart/2005/8/layout/vList5"/>
    <dgm:cxn modelId="{6101E6D6-7F06-41CA-9BE7-028A80957E10}" type="presParOf" srcId="{019B00EC-ADB7-437F-BEF8-F0DBBAB06564}" destId="{9CCB403A-309E-490A-B3F6-4371622DFE64}" srcOrd="18" destOrd="0" presId="urn:microsoft.com/office/officeart/2005/8/layout/vList5"/>
    <dgm:cxn modelId="{DAA638C8-F638-410E-AE83-21FEFD5658DB}" type="presParOf" srcId="{9CCB403A-309E-490A-B3F6-4371622DFE64}" destId="{6E6FCAC2-00EE-453A-A98D-390EF8CD62DA}" srcOrd="0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3D3BEC9-1250-4003-8D3F-35259E976267}">
      <dsp:nvSpPr>
        <dsp:cNvPr id="0" name=""/>
        <dsp:cNvSpPr/>
      </dsp:nvSpPr>
      <dsp:spPr>
        <a:xfrm>
          <a:off x="1796715" y="4039"/>
          <a:ext cx="2021304" cy="65549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/>
            <a:t>Understand the Dataset</a:t>
          </a:r>
        </a:p>
      </dsp:txBody>
      <dsp:txXfrm>
        <a:off x="1828714" y="36038"/>
        <a:ext cx="1957306" cy="591496"/>
      </dsp:txXfrm>
    </dsp:sp>
    <dsp:sp modelId="{A8DF0526-D2B9-40DE-9E62-64E8409631A1}">
      <dsp:nvSpPr>
        <dsp:cNvPr id="0" name=""/>
        <dsp:cNvSpPr/>
      </dsp:nvSpPr>
      <dsp:spPr>
        <a:xfrm>
          <a:off x="1796715" y="692308"/>
          <a:ext cx="2021304" cy="65549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/>
            <a:t>Handle Missing Values</a:t>
          </a:r>
        </a:p>
      </dsp:txBody>
      <dsp:txXfrm>
        <a:off x="1828714" y="724307"/>
        <a:ext cx="1957306" cy="591496"/>
      </dsp:txXfrm>
    </dsp:sp>
    <dsp:sp modelId="{6605D2F1-87EE-4B51-B3A2-3486D28A9A5B}">
      <dsp:nvSpPr>
        <dsp:cNvPr id="0" name=""/>
        <dsp:cNvSpPr/>
      </dsp:nvSpPr>
      <dsp:spPr>
        <a:xfrm>
          <a:off x="1796715" y="1380578"/>
          <a:ext cx="2021304" cy="65549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/>
            <a:t>Detect Outliers</a:t>
          </a:r>
        </a:p>
      </dsp:txBody>
      <dsp:txXfrm>
        <a:off x="1828714" y="1412577"/>
        <a:ext cx="1957306" cy="591496"/>
      </dsp:txXfrm>
    </dsp:sp>
    <dsp:sp modelId="{707717DE-4F45-48FE-BE23-2A8BF69F3A6A}">
      <dsp:nvSpPr>
        <dsp:cNvPr id="0" name=""/>
        <dsp:cNvSpPr/>
      </dsp:nvSpPr>
      <dsp:spPr>
        <a:xfrm>
          <a:off x="1796715" y="2068848"/>
          <a:ext cx="2021304" cy="65549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/>
            <a:t>Descriptive Statistics</a:t>
          </a:r>
        </a:p>
      </dsp:txBody>
      <dsp:txXfrm>
        <a:off x="1828714" y="2100847"/>
        <a:ext cx="1957306" cy="591496"/>
      </dsp:txXfrm>
    </dsp:sp>
    <dsp:sp modelId="{9DD7DAEC-B47F-4820-B5A4-E885E3BB7954}">
      <dsp:nvSpPr>
        <dsp:cNvPr id="0" name=""/>
        <dsp:cNvSpPr/>
      </dsp:nvSpPr>
      <dsp:spPr>
        <a:xfrm>
          <a:off x="1796715" y="2757117"/>
          <a:ext cx="2021304" cy="65549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/>
            <a:t>Univariate Analysis</a:t>
          </a:r>
        </a:p>
      </dsp:txBody>
      <dsp:txXfrm>
        <a:off x="1828714" y="2789116"/>
        <a:ext cx="1957306" cy="591496"/>
      </dsp:txXfrm>
    </dsp:sp>
    <dsp:sp modelId="{1C1C990B-5375-438D-9DEB-B3F1C826AA50}">
      <dsp:nvSpPr>
        <dsp:cNvPr id="0" name=""/>
        <dsp:cNvSpPr/>
      </dsp:nvSpPr>
      <dsp:spPr>
        <a:xfrm>
          <a:off x="1796715" y="3445387"/>
          <a:ext cx="2021304" cy="65549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/>
            <a:t>Bivariate Analysis</a:t>
          </a:r>
        </a:p>
      </dsp:txBody>
      <dsp:txXfrm>
        <a:off x="1828714" y="3477386"/>
        <a:ext cx="1957306" cy="591496"/>
      </dsp:txXfrm>
    </dsp:sp>
    <dsp:sp modelId="{EC7EC8F2-E293-440C-A97A-688673231AE2}">
      <dsp:nvSpPr>
        <dsp:cNvPr id="0" name=""/>
        <dsp:cNvSpPr/>
      </dsp:nvSpPr>
      <dsp:spPr>
        <a:xfrm>
          <a:off x="1796715" y="4133656"/>
          <a:ext cx="2021304" cy="65549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/>
            <a:t>Correlation Analysis</a:t>
          </a:r>
        </a:p>
      </dsp:txBody>
      <dsp:txXfrm>
        <a:off x="1828714" y="4165655"/>
        <a:ext cx="1957306" cy="591496"/>
      </dsp:txXfrm>
    </dsp:sp>
    <dsp:sp modelId="{11F26A72-0E1E-4CC1-9A5A-F4D8724E273F}">
      <dsp:nvSpPr>
        <dsp:cNvPr id="0" name=""/>
        <dsp:cNvSpPr/>
      </dsp:nvSpPr>
      <dsp:spPr>
        <a:xfrm>
          <a:off x="1796715" y="4821926"/>
          <a:ext cx="2021304" cy="65549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/>
            <a:t>Data Cleaning</a:t>
          </a:r>
        </a:p>
      </dsp:txBody>
      <dsp:txXfrm>
        <a:off x="1828714" y="4853925"/>
        <a:ext cx="1957306" cy="591496"/>
      </dsp:txXfrm>
    </dsp:sp>
    <dsp:sp modelId="{F9C7F851-286F-41F0-8730-1DC9B65AF05D}">
      <dsp:nvSpPr>
        <dsp:cNvPr id="0" name=""/>
        <dsp:cNvSpPr/>
      </dsp:nvSpPr>
      <dsp:spPr>
        <a:xfrm>
          <a:off x="1796715" y="5510196"/>
          <a:ext cx="2021304" cy="65549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/>
            <a:t>Feature Engineering</a:t>
          </a:r>
        </a:p>
      </dsp:txBody>
      <dsp:txXfrm>
        <a:off x="1828714" y="5542195"/>
        <a:ext cx="1957306" cy="591496"/>
      </dsp:txXfrm>
    </dsp:sp>
    <dsp:sp modelId="{6E6FCAC2-00EE-453A-A98D-390EF8CD62DA}">
      <dsp:nvSpPr>
        <dsp:cNvPr id="0" name=""/>
        <dsp:cNvSpPr/>
      </dsp:nvSpPr>
      <dsp:spPr>
        <a:xfrm>
          <a:off x="1796715" y="6198465"/>
          <a:ext cx="2021304" cy="65549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/>
            <a:t>Summary of Insights</a:t>
          </a:r>
        </a:p>
      </dsp:txBody>
      <dsp:txXfrm>
        <a:off x="1828714" y="6230464"/>
        <a:ext cx="1957306" cy="59149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948409-3CF8-D8C6-51D9-44C73A9593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992AB38-FBA7-8994-95D4-75E89DEA9F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6D23BB-8609-6D8D-0E3D-4F5A350F5D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564E65-3006-41F9-A857-444C71CE2E6D}" type="datetimeFigureOut">
              <a:rPr lang="en-IN" smtClean="0"/>
              <a:t>06-12-2025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D1CDF4-8454-A941-07FC-B31BE328DC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BDE04A-C9A4-D68A-E7F5-C50FFE6884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313A9A-FD8E-429B-948F-D190025A1E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33597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DCF74C-EAFB-FB76-9496-B1F21261B4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F56A9D-B752-5B8F-67F0-0BD7D69415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FC5408-B709-017F-CF94-D4202A7671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564E65-3006-41F9-A857-444C71CE2E6D}" type="datetimeFigureOut">
              <a:rPr lang="en-IN" smtClean="0"/>
              <a:t>06-12-2025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BCC132-0C2A-D9D2-ED4C-0EF33E5361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170E74-BACD-1EAA-761B-74BD175CAB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313A9A-FD8E-429B-948F-D190025A1E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83181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77500B-9635-9243-E94B-B50019AEAB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C6E646-623E-728F-9DB1-7BBE02745E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C4DC34-DBC7-5E15-A4FA-FB881BA8FD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564E65-3006-41F9-A857-444C71CE2E6D}" type="datetimeFigureOut">
              <a:rPr lang="en-IN" smtClean="0"/>
              <a:t>06-12-2025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F450CE-175C-AE87-5355-8317E079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E20913-B7A3-6BEF-EE8D-2E72A6B8D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313A9A-FD8E-429B-948F-D190025A1E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42952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C00919-3752-5661-0AB8-C79A032AD7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BA7197-2FB0-A841-D148-0D4760D70DE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C61F53-5A9E-CFA4-60BF-B33DFC894E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0AAF01-EA33-5648-B11C-81114A52C4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564E65-3006-41F9-A857-444C71CE2E6D}" type="datetimeFigureOut">
              <a:rPr lang="en-IN" smtClean="0"/>
              <a:t>06-12-2025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BDF104-DDCE-C579-65B2-0542577669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26991C-1A86-379B-8433-E4B95D793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313A9A-FD8E-429B-948F-D190025A1E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69749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D7C294-6DC2-AC11-2DAC-70A1784E5E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88BDB9-F3BD-91C9-FBF8-B12A88D053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7AC8E0-3D65-3BF5-2340-74BB1485C7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3754191-663C-7F9B-B0EE-60BCB52F9FC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EA505EB-C934-12F1-A47A-55A08E6A02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FDE92E3-AF06-7C66-3B76-9BE1977A99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564E65-3006-41F9-A857-444C71CE2E6D}" type="datetimeFigureOut">
              <a:rPr lang="en-IN" smtClean="0"/>
              <a:t>06-12-2025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B6870F3-DCAE-6387-D7BF-62738ED7D3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DC01D71-F77E-22B7-1CB5-C8A8048A04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313A9A-FD8E-429B-948F-D190025A1E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92728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AB58EE-6F33-BD92-7F9B-825B24AF7E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A240B55-FCF1-7EC5-0F3F-A5D4EB4553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564E65-3006-41F9-A857-444C71CE2E6D}" type="datetimeFigureOut">
              <a:rPr lang="en-IN" smtClean="0"/>
              <a:t>06-12-2025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D35ABA-D77B-8917-2EEE-F507478843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6FB9289-B319-A7CE-052F-71C61C2EF4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313A9A-FD8E-429B-948F-D190025A1E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74149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E3901F5-1721-7A4A-175A-294F5A269F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564E65-3006-41F9-A857-444C71CE2E6D}" type="datetimeFigureOut">
              <a:rPr lang="en-IN" smtClean="0"/>
              <a:t>06-12-2025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16AD273-0D78-B574-143C-9D8585349C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49E5D9-D670-0C6E-1E06-F492695703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313A9A-FD8E-429B-948F-D190025A1E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80347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6EAE92-E26A-87E9-0AA6-FA809D3166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6C6645-4A68-CA0A-4078-706FF23C05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C1ED6C-5C14-55A6-DF71-453AED1576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47FD5C-E963-E16A-5696-705CE90677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564E65-3006-41F9-A857-444C71CE2E6D}" type="datetimeFigureOut">
              <a:rPr lang="en-IN" smtClean="0"/>
              <a:t>06-12-2025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07B6EF-5503-2FA7-ED69-E512BDD3F3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1984C5-2EBC-11DA-E6D7-67C3A78350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313A9A-FD8E-429B-948F-D190025A1E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40125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742CC2-5207-BBA9-91AE-CCAAFC14FC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300A0B3-45E5-AC4C-5413-2CA861FEBE6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204AE6-128A-E413-DD60-F57148A075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4D269C-A88C-5C1B-C7B1-99319A237E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564E65-3006-41F9-A857-444C71CE2E6D}" type="datetimeFigureOut">
              <a:rPr lang="en-IN" smtClean="0"/>
              <a:t>06-12-2025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EDD2E7-02CC-7043-857F-5A414FA9E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35ED76-388A-6281-7940-F8A3B5213A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313A9A-FD8E-429B-948F-D190025A1E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51698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222D8E-1A07-D0FC-A525-FFBE027044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0C3F5E-C39A-6F75-E817-2C9CF0DE08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70CA5F-2A93-D85D-CB84-441069F917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564E65-3006-41F9-A857-444C71CE2E6D}" type="datetimeFigureOut">
              <a:rPr lang="en-IN" smtClean="0"/>
              <a:t>06-12-2025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7F8D2B-000B-5E9A-D1B9-89F77C4056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780B2A-EEF8-1E7E-EB8E-9DE20CE1FC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313A9A-FD8E-429B-948F-D190025A1E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48526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CF21F8B-67A7-D473-39D3-363BA1BE99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85F8E9A-8FCE-E580-0E92-7A31D615B0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91BBF7-EE67-D266-DB96-1F841EC729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564E65-3006-41F9-A857-444C71CE2E6D}" type="datetimeFigureOut">
              <a:rPr lang="en-IN" smtClean="0"/>
              <a:t>06-12-2025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9A4551-5436-6BCF-079F-63FA566D72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483906-D11A-7EF5-312F-484435A2F6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313A9A-FD8E-429B-948F-D190025A1E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3430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65DE918-8A42-D346-489F-328E2601BF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ED5254-BCB4-F13D-19E5-E230D07D89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013918-C9E4-0697-C923-B3612536975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564E65-3006-41F9-A857-444C71CE2E6D}" type="datetimeFigureOut">
              <a:rPr lang="en-IN" smtClean="0"/>
              <a:t>06-12-2025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B75B21-A93C-8A53-88C5-808C76DA8F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73FA48-3C43-B60F-54DF-6B8038189C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313A9A-FD8E-429B-948F-D190025A1E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55825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en/thinking-person-person-thinking-2681494/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870768-DB71-3851-A1C7-581B7C09465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Exploratory Data Analysis</a:t>
            </a:r>
            <a:br>
              <a:rPr lang="en-IN" dirty="0"/>
            </a:br>
            <a:r>
              <a:rPr lang="en-IN" dirty="0"/>
              <a:t>(EDA)</a:t>
            </a:r>
          </a:p>
        </p:txBody>
      </p:sp>
    </p:spTree>
    <p:extLst>
      <p:ext uri="{BB962C8B-B14F-4D97-AF65-F5344CB8AC3E}">
        <p14:creationId xmlns:p14="http://schemas.microsoft.com/office/powerpoint/2010/main" val="31701399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11C1BE3-C7A6-7C37-24EF-292DC6D2E082}"/>
              </a:ext>
            </a:extLst>
          </p:cNvPr>
          <p:cNvSpPr txBox="1"/>
          <p:nvPr/>
        </p:nvSpPr>
        <p:spPr>
          <a:xfrm>
            <a:off x="604788" y="751573"/>
            <a:ext cx="995653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Exploratory Data Analysis (EDA)</a:t>
            </a:r>
            <a:r>
              <a:rPr lang="en-US" sz="2400" dirty="0"/>
              <a:t> is the process of </a:t>
            </a:r>
            <a:r>
              <a:rPr lang="en-US" sz="2400" b="1" dirty="0"/>
              <a:t>exploring, understanding, and summarizing</a:t>
            </a:r>
            <a:r>
              <a:rPr lang="en-US" sz="2400" dirty="0"/>
              <a:t> a dataset before building any model.</a:t>
            </a:r>
            <a:endParaRPr lang="en-IN" sz="2400" dirty="0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21245F82-F85B-1408-042E-7B219925A9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76783" y="1888757"/>
            <a:ext cx="6865982" cy="22159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Are there missing values?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Are there outliers?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What patterns or trends exist?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Is the data clean or does it need preprocessing?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IN" sz="2400" dirty="0"/>
              <a:t>What features are important?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201E4D9-80DA-F244-DE42-B1C99AB716DC}"/>
              </a:ext>
            </a:extLst>
          </p:cNvPr>
          <p:cNvSpPr txBox="1"/>
          <p:nvPr/>
        </p:nvSpPr>
        <p:spPr>
          <a:xfrm>
            <a:off x="507332" y="4410936"/>
            <a:ext cx="1136021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dirty="0"/>
              <a:t>To get insights and prepare the data for modeling or visual analysis.</a:t>
            </a:r>
          </a:p>
        </p:txBody>
      </p:sp>
    </p:spTree>
    <p:extLst>
      <p:ext uri="{BB962C8B-B14F-4D97-AF65-F5344CB8AC3E}">
        <p14:creationId xmlns:p14="http://schemas.microsoft.com/office/powerpoint/2010/main" val="30923251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B8C772D-B699-ADB0-2662-CC29708779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84421" y="1853914"/>
            <a:ext cx="5798382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Helps you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understand data quality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Prevents wrong model results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Shows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patterns, trends, correlations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Helps in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feature engineering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Identifies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errors and outliers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196DD3D-1BA9-FE25-3DF6-F20BA76712F1}"/>
              </a:ext>
            </a:extLst>
          </p:cNvPr>
          <p:cNvSpPr txBox="1"/>
          <p:nvPr/>
        </p:nvSpPr>
        <p:spPr>
          <a:xfrm>
            <a:off x="1411705" y="1178912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/>
              <a:t>Why EDA is Important</a:t>
            </a:r>
          </a:p>
        </p:txBody>
      </p:sp>
    </p:spTree>
    <p:extLst>
      <p:ext uri="{BB962C8B-B14F-4D97-AF65-F5344CB8AC3E}">
        <p14:creationId xmlns:p14="http://schemas.microsoft.com/office/powerpoint/2010/main" val="4661340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1118174-A7D6-2815-2A12-A62F6EA6D3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-731520" y="2343983"/>
            <a:ext cx="9144000" cy="6105525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85000"/>
                  <a:shade val="30000"/>
                  <a:satMod val="115000"/>
                </a:schemeClr>
              </a:gs>
              <a:gs pos="23000">
                <a:schemeClr val="bg1">
                  <a:lumMod val="85000"/>
                  <a:shade val="67500"/>
                  <a:satMod val="115000"/>
                </a:schemeClr>
              </a:gs>
              <a:gs pos="100000">
                <a:schemeClr val="bg1">
                  <a:lumMod val="85000"/>
                  <a:shade val="100000"/>
                  <a:satMod val="115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7BC2F1DE-8F56-A069-34BD-381D71924949}"/>
              </a:ext>
            </a:extLst>
          </p:cNvPr>
          <p:cNvGrpSpPr/>
          <p:nvPr/>
        </p:nvGrpSpPr>
        <p:grpSpPr>
          <a:xfrm>
            <a:off x="5821680" y="-2977"/>
            <a:ext cx="6355080" cy="2987040"/>
            <a:chOff x="6202680" y="850463"/>
            <a:chExt cx="6355080" cy="2987040"/>
          </a:xfrm>
        </p:grpSpPr>
        <p:sp>
          <p:nvSpPr>
            <p:cNvPr id="6" name="Thought Bubble: Cloud 5">
              <a:extLst>
                <a:ext uri="{FF2B5EF4-FFF2-40B4-BE49-F238E27FC236}">
                  <a16:creationId xmlns:a16="http://schemas.microsoft.com/office/drawing/2014/main" id="{B8AA1DA9-DC0E-46ED-1C96-F03E9C6D9ED7}"/>
                </a:ext>
              </a:extLst>
            </p:cNvPr>
            <p:cNvSpPr/>
            <p:nvPr/>
          </p:nvSpPr>
          <p:spPr>
            <a:xfrm>
              <a:off x="6202680" y="850463"/>
              <a:ext cx="6278880" cy="2987040"/>
            </a:xfrm>
            <a:prstGeom prst="cloudCallout">
              <a:avLst>
                <a:gd name="adj1" fmla="val -71561"/>
                <a:gd name="adj2" fmla="val 63010"/>
              </a:avLst>
            </a:prstGeom>
            <a:gradFill flip="none" rotWithShape="1">
              <a:gsLst>
                <a:gs pos="0">
                  <a:schemeClr val="bg1">
                    <a:lumMod val="85000"/>
                    <a:shade val="30000"/>
                    <a:satMod val="115000"/>
                  </a:schemeClr>
                </a:gs>
                <a:gs pos="50000">
                  <a:schemeClr val="bg1">
                    <a:lumMod val="85000"/>
                    <a:shade val="67500"/>
                    <a:satMod val="115000"/>
                  </a:schemeClr>
                </a:gs>
                <a:gs pos="100000">
                  <a:schemeClr val="bg1">
                    <a:lumMod val="85000"/>
                    <a:shade val="100000"/>
                    <a:satMod val="115000"/>
                  </a:schemeClr>
                </a:gs>
              </a:gsLst>
              <a:path path="circle">
                <a:fillToRect l="100000" b="100000"/>
              </a:path>
              <a:tileRect t="-100000" r="-100000"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FAB8FAD3-231A-583A-134C-B7C96DC3227F}"/>
                </a:ext>
              </a:extLst>
            </p:cNvPr>
            <p:cNvSpPr txBox="1"/>
            <p:nvPr/>
          </p:nvSpPr>
          <p:spPr>
            <a:xfrm>
              <a:off x="6614160" y="1661161"/>
              <a:ext cx="5943600" cy="9233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5400" dirty="0"/>
                <a:t>What to Do in EDA</a:t>
              </a:r>
              <a:endParaRPr lang="en-IN" sz="5400" dirty="0"/>
            </a:p>
          </p:txBody>
        </p:sp>
      </p:grpSp>
    </p:spTree>
    <p:extLst>
      <p:ext uri="{BB962C8B-B14F-4D97-AF65-F5344CB8AC3E}">
        <p14:creationId xmlns:p14="http://schemas.microsoft.com/office/powerpoint/2010/main" val="5144582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14D1CC-BEA9-F487-DDD0-7C000C6007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458F4B3D-BD0C-35ED-4614-C77C84841D2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15816270"/>
              </p:ext>
            </p:extLst>
          </p:nvPr>
        </p:nvGraphicFramePr>
        <p:xfrm>
          <a:off x="3208422" y="0"/>
          <a:ext cx="5614736" cy="6858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94B85B36-85D9-2533-FCA9-C1D513E08062}"/>
              </a:ext>
            </a:extLst>
          </p:cNvPr>
          <p:cNvSpPr txBox="1"/>
          <p:nvPr/>
        </p:nvSpPr>
        <p:spPr>
          <a:xfrm>
            <a:off x="1272942" y="3244334"/>
            <a:ext cx="19354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What to Do in EDA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26316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542DFF-E271-0A4F-EC9C-7BCD914466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1F9BE32A-92C0-6933-CFC8-7A365C415711}"/>
              </a:ext>
            </a:extLst>
          </p:cNvPr>
          <p:cNvGrpSpPr/>
          <p:nvPr/>
        </p:nvGrpSpPr>
        <p:grpSpPr>
          <a:xfrm>
            <a:off x="721894" y="924984"/>
            <a:ext cx="2695073" cy="1214074"/>
            <a:chOff x="1796715" y="4039"/>
            <a:chExt cx="2021304" cy="655494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19AA092B-A2FD-DD81-4394-F6F63D0C1FA8}"/>
                </a:ext>
              </a:extLst>
            </p:cNvPr>
            <p:cNvSpPr/>
            <p:nvPr/>
          </p:nvSpPr>
          <p:spPr>
            <a:xfrm>
              <a:off x="1796715" y="4039"/>
              <a:ext cx="2021304" cy="655494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4" name="Rectangle: Rounded Corners 4">
              <a:extLst>
                <a:ext uri="{FF2B5EF4-FFF2-40B4-BE49-F238E27FC236}">
                  <a16:creationId xmlns:a16="http://schemas.microsoft.com/office/drawing/2014/main" id="{5AE81AF7-B1F7-64A2-BDE3-9945971E6582}"/>
                </a:ext>
              </a:extLst>
            </p:cNvPr>
            <p:cNvSpPr txBox="1"/>
            <p:nvPr/>
          </p:nvSpPr>
          <p:spPr>
            <a:xfrm>
              <a:off x="1796715" y="68037"/>
              <a:ext cx="1957306" cy="591496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8580" tIns="34290" rIns="68580" bIns="34290" numCol="1" spcCol="1270" anchor="ctr" anchorCtr="0">
              <a:noAutofit/>
            </a:bodyPr>
            <a:lstStyle/>
            <a:p>
              <a:pPr marL="0" lvl="0" indent="0" algn="ctr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IN" sz="2400" kern="1200" dirty="0"/>
                <a:t>Understand the Dataset</a:t>
              </a:r>
            </a:p>
          </p:txBody>
        </p:sp>
      </p:grp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072F018-F281-17D7-162B-3A2882F10BF2}"/>
              </a:ext>
            </a:extLst>
          </p:cNvPr>
          <p:cNvSpPr/>
          <p:nvPr/>
        </p:nvSpPr>
        <p:spPr>
          <a:xfrm>
            <a:off x="3192379" y="2566737"/>
            <a:ext cx="6545179" cy="275924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A3DBADF8-4202-2643-EFBB-E02B1A6634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16460" y="3260023"/>
            <a:ext cx="5475666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Check number of rows and columns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Identify data types (int, float, object, date, category)</a:t>
            </a:r>
          </a:p>
        </p:txBody>
      </p:sp>
    </p:spTree>
    <p:extLst>
      <p:ext uri="{BB962C8B-B14F-4D97-AF65-F5344CB8AC3E}">
        <p14:creationId xmlns:p14="http://schemas.microsoft.com/office/powerpoint/2010/main" val="42326407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7CC0A6-D067-E926-F250-405CCBED3C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4245A5C7-651D-3CA1-EDC6-103E5C75406C}"/>
              </a:ext>
            </a:extLst>
          </p:cNvPr>
          <p:cNvGrpSpPr/>
          <p:nvPr/>
        </p:nvGrpSpPr>
        <p:grpSpPr>
          <a:xfrm>
            <a:off x="721894" y="924984"/>
            <a:ext cx="2695073" cy="1214074"/>
            <a:chOff x="1796715" y="4039"/>
            <a:chExt cx="2021304" cy="655494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358B8E1D-8764-A101-B810-9707D8A6E524}"/>
                </a:ext>
              </a:extLst>
            </p:cNvPr>
            <p:cNvSpPr/>
            <p:nvPr/>
          </p:nvSpPr>
          <p:spPr>
            <a:xfrm>
              <a:off x="1796715" y="4039"/>
              <a:ext cx="2021304" cy="655494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4" name="Rectangle: Rounded Corners 4">
              <a:extLst>
                <a:ext uri="{FF2B5EF4-FFF2-40B4-BE49-F238E27FC236}">
                  <a16:creationId xmlns:a16="http://schemas.microsoft.com/office/drawing/2014/main" id="{4FE01CD9-353A-C402-D01D-0A9EEC0E5522}"/>
                </a:ext>
              </a:extLst>
            </p:cNvPr>
            <p:cNvSpPr txBox="1"/>
            <p:nvPr/>
          </p:nvSpPr>
          <p:spPr>
            <a:xfrm>
              <a:off x="1796715" y="68037"/>
              <a:ext cx="1957306" cy="591496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8580" tIns="34290" rIns="68580" bIns="34290" numCol="1" spcCol="1270" anchor="ctr" anchorCtr="0">
              <a:noAutofit/>
            </a:bodyPr>
            <a:lstStyle/>
            <a:p>
              <a:pPr lvl="0" algn="ctr"/>
              <a:r>
                <a:rPr lang="en-IN" sz="2400" dirty="0"/>
                <a:t>Handle Missing Values</a:t>
              </a:r>
            </a:p>
          </p:txBody>
        </p:sp>
      </p:grp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F84463FA-E624-2320-D079-012ACF1B3E4D}"/>
              </a:ext>
            </a:extLst>
          </p:cNvPr>
          <p:cNvSpPr/>
          <p:nvPr/>
        </p:nvSpPr>
        <p:spPr>
          <a:xfrm>
            <a:off x="3192379" y="2566737"/>
            <a:ext cx="6545179" cy="275924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5892DDCA-6C47-5248-F6BE-DB797369D9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16460" y="2706026"/>
            <a:ext cx="5475666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Find missing values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Decide to fill, remove, or replace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Example ways: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Mean/median for numeric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Mode for categorical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Remove rows if too much missing</a:t>
            </a:r>
          </a:p>
        </p:txBody>
      </p:sp>
    </p:spTree>
    <p:extLst>
      <p:ext uri="{BB962C8B-B14F-4D97-AF65-F5344CB8AC3E}">
        <p14:creationId xmlns:p14="http://schemas.microsoft.com/office/powerpoint/2010/main" val="6132613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252AB2-F3FD-D5D8-2E4B-E8D54B33E3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4CC26455-4A02-5A79-5379-5A9BEC5153A1}"/>
              </a:ext>
            </a:extLst>
          </p:cNvPr>
          <p:cNvGrpSpPr/>
          <p:nvPr/>
        </p:nvGrpSpPr>
        <p:grpSpPr>
          <a:xfrm>
            <a:off x="721894" y="924984"/>
            <a:ext cx="2695073" cy="1214074"/>
            <a:chOff x="1796715" y="4039"/>
            <a:chExt cx="2021304" cy="655494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12F27572-4C11-B4B1-97C4-E3874FBAACDE}"/>
                </a:ext>
              </a:extLst>
            </p:cNvPr>
            <p:cNvSpPr/>
            <p:nvPr/>
          </p:nvSpPr>
          <p:spPr>
            <a:xfrm>
              <a:off x="1796715" y="4039"/>
              <a:ext cx="2021304" cy="655494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4" name="Rectangle: Rounded Corners 4">
              <a:extLst>
                <a:ext uri="{FF2B5EF4-FFF2-40B4-BE49-F238E27FC236}">
                  <a16:creationId xmlns:a16="http://schemas.microsoft.com/office/drawing/2014/main" id="{E660304F-7B08-4D69-5DFE-E807F2EFD273}"/>
                </a:ext>
              </a:extLst>
            </p:cNvPr>
            <p:cNvSpPr txBox="1"/>
            <p:nvPr/>
          </p:nvSpPr>
          <p:spPr>
            <a:xfrm>
              <a:off x="1796715" y="68037"/>
              <a:ext cx="1957306" cy="591496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8580" tIns="34290" rIns="68580" bIns="34290" numCol="1" spcCol="1270" anchor="ctr" anchorCtr="0">
              <a:noAutofit/>
            </a:bodyPr>
            <a:lstStyle/>
            <a:p>
              <a:pPr lvl="0" algn="ctr"/>
              <a:r>
                <a:rPr lang="en-IN" sz="2400" dirty="0"/>
                <a:t>Detect Outliers</a:t>
              </a:r>
            </a:p>
          </p:txBody>
        </p:sp>
      </p:grp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5A15655F-31D5-C1BA-DD1D-8ADF60F32746}"/>
              </a:ext>
            </a:extLst>
          </p:cNvPr>
          <p:cNvSpPr/>
          <p:nvPr/>
        </p:nvSpPr>
        <p:spPr>
          <a:xfrm>
            <a:off x="3192379" y="2566737"/>
            <a:ext cx="6545179" cy="275924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55AC409B-D1DB-A1C9-0741-821F80F3C1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16460" y="3260023"/>
            <a:ext cx="5475666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bg1"/>
                </a:solidFill>
              </a:rPr>
              <a:t>Use boxplots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bg1"/>
                </a:solidFill>
              </a:rPr>
              <a:t>Use Z-score / IQR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bg1"/>
                </a:solidFill>
              </a:rPr>
              <a:t>Decide whether to keep or remove</a:t>
            </a:r>
          </a:p>
        </p:txBody>
      </p:sp>
    </p:spTree>
    <p:extLst>
      <p:ext uri="{BB962C8B-B14F-4D97-AF65-F5344CB8AC3E}">
        <p14:creationId xmlns:p14="http://schemas.microsoft.com/office/powerpoint/2010/main" val="209514414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3FB08A-B3F9-7129-5BE0-E04F42C676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EF5CBA62-9DD9-B89A-B170-009FB15CF28E}"/>
              </a:ext>
            </a:extLst>
          </p:cNvPr>
          <p:cNvGrpSpPr/>
          <p:nvPr/>
        </p:nvGrpSpPr>
        <p:grpSpPr>
          <a:xfrm>
            <a:off x="721894" y="924984"/>
            <a:ext cx="2695073" cy="1214074"/>
            <a:chOff x="1796715" y="4039"/>
            <a:chExt cx="2021304" cy="655494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E81D5BCD-7DBD-1B24-2E1A-8AE02607B44E}"/>
                </a:ext>
              </a:extLst>
            </p:cNvPr>
            <p:cNvSpPr/>
            <p:nvPr/>
          </p:nvSpPr>
          <p:spPr>
            <a:xfrm>
              <a:off x="1796715" y="4039"/>
              <a:ext cx="2021304" cy="655494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4" name="Rectangle: Rounded Corners 4">
              <a:extLst>
                <a:ext uri="{FF2B5EF4-FFF2-40B4-BE49-F238E27FC236}">
                  <a16:creationId xmlns:a16="http://schemas.microsoft.com/office/drawing/2014/main" id="{427BB58E-6BA8-BDDB-F635-98EC28F95D6B}"/>
                </a:ext>
              </a:extLst>
            </p:cNvPr>
            <p:cNvSpPr txBox="1"/>
            <p:nvPr/>
          </p:nvSpPr>
          <p:spPr>
            <a:xfrm>
              <a:off x="1796715" y="68037"/>
              <a:ext cx="1957306" cy="591496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8580" tIns="34290" rIns="68580" bIns="34290" numCol="1" spcCol="1270" anchor="ctr" anchorCtr="0">
              <a:noAutofit/>
            </a:bodyPr>
            <a:lstStyle/>
            <a:p>
              <a:pPr lvl="0" algn="ctr"/>
              <a:r>
                <a:rPr lang="en-IN" sz="2400" dirty="0"/>
                <a:t>Descriptive Statistics</a:t>
              </a:r>
            </a:p>
          </p:txBody>
        </p:sp>
      </p:grp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5B8120B7-8D5F-5D75-16B3-67D75D326FF3}"/>
              </a:ext>
            </a:extLst>
          </p:cNvPr>
          <p:cNvSpPr/>
          <p:nvPr/>
        </p:nvSpPr>
        <p:spPr>
          <a:xfrm>
            <a:off x="3192379" y="2566737"/>
            <a:ext cx="6545179" cy="275924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075B8EAB-CE25-15F4-3A59-D6E509407B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16460" y="2706026"/>
            <a:ext cx="5475666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For numerical columns: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bg1"/>
                </a:solidFill>
              </a:rPr>
              <a:t>Mean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bg1"/>
                </a:solidFill>
              </a:rPr>
              <a:t>Median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bg1"/>
                </a:solidFill>
              </a:rPr>
              <a:t>Max/min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bg1"/>
                </a:solidFill>
              </a:rPr>
              <a:t>Standard deviation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bg1"/>
                </a:solidFill>
              </a:rPr>
              <a:t>Percentiles</a:t>
            </a:r>
          </a:p>
        </p:txBody>
      </p:sp>
    </p:spTree>
    <p:extLst>
      <p:ext uri="{BB962C8B-B14F-4D97-AF65-F5344CB8AC3E}">
        <p14:creationId xmlns:p14="http://schemas.microsoft.com/office/powerpoint/2010/main" val="291633443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CEEE39-87BF-F2F6-4F47-EC05D02C65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9F895976-67B8-6F55-86F2-A1276EB973E3}"/>
              </a:ext>
            </a:extLst>
          </p:cNvPr>
          <p:cNvGrpSpPr/>
          <p:nvPr/>
        </p:nvGrpSpPr>
        <p:grpSpPr>
          <a:xfrm>
            <a:off x="721894" y="924984"/>
            <a:ext cx="2695073" cy="1214074"/>
            <a:chOff x="1796715" y="4039"/>
            <a:chExt cx="2021304" cy="655494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3D762D18-54DF-93DE-EA7F-A8819B9A3DCB}"/>
                </a:ext>
              </a:extLst>
            </p:cNvPr>
            <p:cNvSpPr/>
            <p:nvPr/>
          </p:nvSpPr>
          <p:spPr>
            <a:xfrm>
              <a:off x="1796715" y="4039"/>
              <a:ext cx="2021304" cy="655494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4" name="Rectangle: Rounded Corners 4">
              <a:extLst>
                <a:ext uri="{FF2B5EF4-FFF2-40B4-BE49-F238E27FC236}">
                  <a16:creationId xmlns:a16="http://schemas.microsoft.com/office/drawing/2014/main" id="{0A5955DC-D381-DC74-4821-4C27D66275D7}"/>
                </a:ext>
              </a:extLst>
            </p:cNvPr>
            <p:cNvSpPr txBox="1"/>
            <p:nvPr/>
          </p:nvSpPr>
          <p:spPr>
            <a:xfrm>
              <a:off x="1796715" y="68037"/>
              <a:ext cx="1957306" cy="591496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8580" tIns="34290" rIns="68580" bIns="34290" numCol="1" spcCol="1270" anchor="ctr" anchorCtr="0">
              <a:noAutofit/>
            </a:bodyPr>
            <a:lstStyle/>
            <a:p>
              <a:pPr lvl="0" algn="ctr"/>
              <a:r>
                <a:rPr lang="en-IN" sz="2400" dirty="0"/>
                <a:t>Univariate Analysis</a:t>
              </a:r>
            </a:p>
          </p:txBody>
        </p:sp>
      </p:grp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80C63ED1-8C4D-02E2-22BF-6D17AB306E12}"/>
              </a:ext>
            </a:extLst>
          </p:cNvPr>
          <p:cNvSpPr/>
          <p:nvPr/>
        </p:nvSpPr>
        <p:spPr>
          <a:xfrm>
            <a:off x="3192379" y="2566737"/>
            <a:ext cx="6545179" cy="275924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AA59F2C4-654F-72FD-F1D3-F6DE6AB999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6967" y="2566737"/>
            <a:ext cx="5267119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Analyze each variable alone</a:t>
            </a:r>
          </a:p>
          <a:p>
            <a:r>
              <a:rPr lang="en-US" sz="2400" b="1" dirty="0">
                <a:solidFill>
                  <a:schemeClr val="bg2">
                    <a:lumMod val="10000"/>
                  </a:schemeClr>
                </a:solidFill>
              </a:rPr>
              <a:t>For numerical columns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Histogram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Boxplot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Distribution plot</a:t>
            </a:r>
          </a:p>
          <a:p>
            <a:endParaRPr lang="en-US" sz="2400" dirty="0">
              <a:solidFill>
                <a:schemeClr val="bg1"/>
              </a:solidFill>
            </a:endParaRPr>
          </a:p>
          <a:p>
            <a:endParaRPr lang="en-US" sz="2400" dirty="0">
              <a:solidFill>
                <a:schemeClr val="bg1"/>
              </a:solidFill>
            </a:endParaRPr>
          </a:p>
          <a:p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FCD5887-9461-2061-52FF-DF2ABC51966F}"/>
              </a:ext>
            </a:extLst>
          </p:cNvPr>
          <p:cNvSpPr txBox="1"/>
          <p:nvPr/>
        </p:nvSpPr>
        <p:spPr>
          <a:xfrm>
            <a:off x="6785809" y="2996135"/>
            <a:ext cx="295174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2">
                    <a:lumMod val="10000"/>
                  </a:schemeClr>
                </a:solidFill>
              </a:rPr>
              <a:t>For categorical columns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Count plot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Bar chart</a:t>
            </a:r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1603389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8002F6-5A2E-AC5E-CA92-B54A09EF97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9B5B70E2-71DE-55E8-F6D1-96617AF062A3}"/>
              </a:ext>
            </a:extLst>
          </p:cNvPr>
          <p:cNvGrpSpPr/>
          <p:nvPr/>
        </p:nvGrpSpPr>
        <p:grpSpPr>
          <a:xfrm>
            <a:off x="721894" y="924984"/>
            <a:ext cx="2695073" cy="1214074"/>
            <a:chOff x="1796715" y="4039"/>
            <a:chExt cx="2021304" cy="655494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4DFAABA2-1857-758B-CA7B-AE3C349B37CA}"/>
                </a:ext>
              </a:extLst>
            </p:cNvPr>
            <p:cNvSpPr/>
            <p:nvPr/>
          </p:nvSpPr>
          <p:spPr>
            <a:xfrm>
              <a:off x="1796715" y="4039"/>
              <a:ext cx="2021304" cy="655494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4" name="Rectangle: Rounded Corners 4">
              <a:extLst>
                <a:ext uri="{FF2B5EF4-FFF2-40B4-BE49-F238E27FC236}">
                  <a16:creationId xmlns:a16="http://schemas.microsoft.com/office/drawing/2014/main" id="{EE223856-8828-B065-A249-F9EF909EB8C5}"/>
                </a:ext>
              </a:extLst>
            </p:cNvPr>
            <p:cNvSpPr txBox="1"/>
            <p:nvPr/>
          </p:nvSpPr>
          <p:spPr>
            <a:xfrm>
              <a:off x="1796715" y="68037"/>
              <a:ext cx="1957306" cy="591496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8580" tIns="34290" rIns="68580" bIns="34290" numCol="1" spcCol="1270" anchor="ctr" anchorCtr="0">
              <a:noAutofit/>
            </a:bodyPr>
            <a:lstStyle/>
            <a:p>
              <a:pPr lvl="0" algn="ctr"/>
              <a:r>
                <a:rPr lang="en-IN" sz="2400" dirty="0"/>
                <a:t>Bivariate Analysis</a:t>
              </a:r>
            </a:p>
          </p:txBody>
        </p:sp>
      </p:grp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FFD11AE6-FD30-0DE0-1E49-22145F4CD90C}"/>
              </a:ext>
            </a:extLst>
          </p:cNvPr>
          <p:cNvSpPr/>
          <p:nvPr/>
        </p:nvSpPr>
        <p:spPr>
          <a:xfrm>
            <a:off x="3192379" y="2566737"/>
            <a:ext cx="6545179" cy="275924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0B6C2828-48C5-F6EF-8421-2E6D198DB4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16460" y="2706026"/>
            <a:ext cx="5475666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Analyze how variables relate to each other</a:t>
            </a:r>
          </a:p>
          <a:p>
            <a:r>
              <a:rPr lang="en-US" sz="2400" dirty="0">
                <a:solidFill>
                  <a:schemeClr val="bg1"/>
                </a:solidFill>
              </a:rPr>
              <a:t>Examples: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Correlation heatmap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Scatter plot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Line plot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schemeClr val="bg1"/>
                </a:solidFill>
              </a:rPr>
              <a:t>Groupby</a:t>
            </a:r>
            <a:r>
              <a:rPr lang="en-US" sz="2400" dirty="0">
                <a:solidFill>
                  <a:schemeClr val="bg1"/>
                </a:solidFill>
              </a:rPr>
              <a:t> summaries</a:t>
            </a:r>
          </a:p>
        </p:txBody>
      </p:sp>
    </p:spTree>
    <p:extLst>
      <p:ext uri="{BB962C8B-B14F-4D97-AF65-F5344CB8AC3E}">
        <p14:creationId xmlns:p14="http://schemas.microsoft.com/office/powerpoint/2010/main" val="11536407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AA1832-FEAA-8430-606D-769C5946AD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6416A7A4-C3FD-0E7D-9AAE-E2916647DA99}"/>
              </a:ext>
            </a:extLst>
          </p:cNvPr>
          <p:cNvGrpSpPr/>
          <p:nvPr/>
        </p:nvGrpSpPr>
        <p:grpSpPr>
          <a:xfrm>
            <a:off x="721894" y="924984"/>
            <a:ext cx="2695073" cy="1214074"/>
            <a:chOff x="1796715" y="4039"/>
            <a:chExt cx="2021304" cy="655494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A9276044-F695-2834-B70D-393B714852F2}"/>
                </a:ext>
              </a:extLst>
            </p:cNvPr>
            <p:cNvSpPr/>
            <p:nvPr/>
          </p:nvSpPr>
          <p:spPr>
            <a:xfrm>
              <a:off x="1796715" y="4039"/>
              <a:ext cx="2021304" cy="655494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4" name="Rectangle: Rounded Corners 4">
              <a:extLst>
                <a:ext uri="{FF2B5EF4-FFF2-40B4-BE49-F238E27FC236}">
                  <a16:creationId xmlns:a16="http://schemas.microsoft.com/office/drawing/2014/main" id="{9493A944-D2B9-EE5C-85FD-15345C6B9987}"/>
                </a:ext>
              </a:extLst>
            </p:cNvPr>
            <p:cNvSpPr txBox="1"/>
            <p:nvPr/>
          </p:nvSpPr>
          <p:spPr>
            <a:xfrm>
              <a:off x="1796715" y="68037"/>
              <a:ext cx="1957306" cy="591496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8580" tIns="34290" rIns="68580" bIns="34290" numCol="1" spcCol="1270" anchor="ctr" anchorCtr="0">
              <a:noAutofit/>
            </a:bodyPr>
            <a:lstStyle/>
            <a:p>
              <a:pPr lvl="0" algn="ctr"/>
              <a:r>
                <a:rPr lang="en-IN" sz="2400" dirty="0"/>
                <a:t>Correlation Analysis</a:t>
              </a:r>
            </a:p>
          </p:txBody>
        </p:sp>
      </p:grp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0628A5E-7FF1-054E-91EE-02679FAFA4E5}"/>
              </a:ext>
            </a:extLst>
          </p:cNvPr>
          <p:cNvSpPr/>
          <p:nvPr/>
        </p:nvSpPr>
        <p:spPr>
          <a:xfrm>
            <a:off x="3192379" y="2566737"/>
            <a:ext cx="6545179" cy="275924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91FC0A2E-A860-E638-57CA-CB804126DE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20717" y="2706026"/>
            <a:ext cx="6545178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bg1"/>
                </a:solidFill>
              </a:rPr>
              <a:t>Check relationships between numerical variables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bg1"/>
                </a:solidFill>
              </a:rPr>
              <a:t>Build heatmap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bg1"/>
                </a:solidFill>
              </a:rPr>
              <a:t>Identify strong positive/negative correlations</a:t>
            </a:r>
          </a:p>
          <a:p>
            <a:r>
              <a:rPr lang="en-US" sz="2400" dirty="0">
                <a:solidFill>
                  <a:schemeClr val="bg1"/>
                </a:solidFill>
              </a:rPr>
              <a:t>Example: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“Goals scored” vs “Total wins” correlation</a:t>
            </a:r>
          </a:p>
        </p:txBody>
      </p:sp>
    </p:spTree>
    <p:extLst>
      <p:ext uri="{BB962C8B-B14F-4D97-AF65-F5344CB8AC3E}">
        <p14:creationId xmlns:p14="http://schemas.microsoft.com/office/powerpoint/2010/main" val="3633061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C88288-C1C9-C85F-56B2-9D4D2A7F5B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EEEC1C40-FB92-EB6D-3330-8E9B0D9F2043}"/>
              </a:ext>
            </a:extLst>
          </p:cNvPr>
          <p:cNvGrpSpPr/>
          <p:nvPr/>
        </p:nvGrpSpPr>
        <p:grpSpPr>
          <a:xfrm>
            <a:off x="721894" y="924984"/>
            <a:ext cx="2695073" cy="1214074"/>
            <a:chOff x="1796715" y="4039"/>
            <a:chExt cx="2021304" cy="655494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35854165-1F3E-545D-D0FC-F05CE6B92048}"/>
                </a:ext>
              </a:extLst>
            </p:cNvPr>
            <p:cNvSpPr/>
            <p:nvPr/>
          </p:nvSpPr>
          <p:spPr>
            <a:xfrm>
              <a:off x="1796715" y="4039"/>
              <a:ext cx="2021304" cy="655494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4" name="Rectangle: Rounded Corners 4">
              <a:extLst>
                <a:ext uri="{FF2B5EF4-FFF2-40B4-BE49-F238E27FC236}">
                  <a16:creationId xmlns:a16="http://schemas.microsoft.com/office/drawing/2014/main" id="{14EF6EA8-7B73-046B-D738-506A79673C28}"/>
                </a:ext>
              </a:extLst>
            </p:cNvPr>
            <p:cNvSpPr txBox="1"/>
            <p:nvPr/>
          </p:nvSpPr>
          <p:spPr>
            <a:xfrm>
              <a:off x="1796715" y="68037"/>
              <a:ext cx="1957306" cy="591496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8580" tIns="34290" rIns="68580" bIns="34290" numCol="1" spcCol="1270" anchor="ctr" anchorCtr="0">
              <a:noAutofit/>
            </a:bodyPr>
            <a:lstStyle/>
            <a:p>
              <a:pPr lvl="0" algn="ctr"/>
              <a:r>
                <a:rPr lang="en-IN" sz="2400" dirty="0"/>
                <a:t>Data Cleaning</a:t>
              </a:r>
            </a:p>
          </p:txBody>
        </p:sp>
      </p:grp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815DDB2A-CE77-4B54-FD71-357BAD7E3CCA}"/>
              </a:ext>
            </a:extLst>
          </p:cNvPr>
          <p:cNvSpPr/>
          <p:nvPr/>
        </p:nvSpPr>
        <p:spPr>
          <a:xfrm>
            <a:off x="3192379" y="2566737"/>
            <a:ext cx="6545179" cy="275924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77C4A792-E3A4-B2B2-564C-484E3D470F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29263" y="2919663"/>
            <a:ext cx="5999748" cy="19961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Fix wrong data types (e.g., convert string dates)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Remove </a:t>
            </a:r>
            <a:r>
              <a:rPr lang="en-US" altLang="en-US" sz="2400" dirty="0">
                <a:solidFill>
                  <a:schemeClr val="bg1"/>
                </a:solidFill>
              </a:rPr>
              <a:t>duplicates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Standardize text fields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Remove inconsistent formats</a:t>
            </a:r>
          </a:p>
        </p:txBody>
      </p:sp>
    </p:spTree>
    <p:extLst>
      <p:ext uri="{BB962C8B-B14F-4D97-AF65-F5344CB8AC3E}">
        <p14:creationId xmlns:p14="http://schemas.microsoft.com/office/powerpoint/2010/main" val="22359899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9E8D43-8F5C-CD91-BAB6-4A9F50C759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78488DEC-1645-D68B-2EF6-FA3EB74E7E70}"/>
              </a:ext>
            </a:extLst>
          </p:cNvPr>
          <p:cNvGrpSpPr/>
          <p:nvPr/>
        </p:nvGrpSpPr>
        <p:grpSpPr>
          <a:xfrm>
            <a:off x="721894" y="924984"/>
            <a:ext cx="2695073" cy="1214074"/>
            <a:chOff x="1796715" y="4039"/>
            <a:chExt cx="2021304" cy="655494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264259D7-7BC5-29E1-DC08-7839241288DD}"/>
                </a:ext>
              </a:extLst>
            </p:cNvPr>
            <p:cNvSpPr/>
            <p:nvPr/>
          </p:nvSpPr>
          <p:spPr>
            <a:xfrm>
              <a:off x="1796715" y="4039"/>
              <a:ext cx="2021304" cy="655494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4" name="Rectangle: Rounded Corners 4">
              <a:extLst>
                <a:ext uri="{FF2B5EF4-FFF2-40B4-BE49-F238E27FC236}">
                  <a16:creationId xmlns:a16="http://schemas.microsoft.com/office/drawing/2014/main" id="{D7369DB9-43D1-B3DE-6113-741CE3D1E859}"/>
                </a:ext>
              </a:extLst>
            </p:cNvPr>
            <p:cNvSpPr txBox="1"/>
            <p:nvPr/>
          </p:nvSpPr>
          <p:spPr>
            <a:xfrm>
              <a:off x="1796715" y="68037"/>
              <a:ext cx="1957306" cy="591496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8580" tIns="34290" rIns="68580" bIns="34290" numCol="1" spcCol="1270" anchor="ctr" anchorCtr="0">
              <a:noAutofit/>
            </a:bodyPr>
            <a:lstStyle/>
            <a:p>
              <a:pPr lvl="0" algn="ctr"/>
              <a:r>
                <a:rPr lang="en-IN" sz="2400" dirty="0"/>
                <a:t>Feature Engineering</a:t>
              </a:r>
            </a:p>
          </p:txBody>
        </p:sp>
      </p:grp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E81E498-AB94-9410-CE76-905483E996C0}"/>
              </a:ext>
            </a:extLst>
          </p:cNvPr>
          <p:cNvSpPr/>
          <p:nvPr/>
        </p:nvSpPr>
        <p:spPr>
          <a:xfrm>
            <a:off x="3192379" y="2566737"/>
            <a:ext cx="6545179" cy="275924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348462FB-9821-B57B-98CE-317A0530F2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6967" y="2883912"/>
            <a:ext cx="6545179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Create new columns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Examples: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“Total Amount = Quantity × UnitPrice”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Extract "Year", "Month" from dates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Create "Demand Category" based on Quantity.</a:t>
            </a:r>
          </a:p>
        </p:txBody>
      </p:sp>
    </p:spTree>
    <p:extLst>
      <p:ext uri="{BB962C8B-B14F-4D97-AF65-F5344CB8AC3E}">
        <p14:creationId xmlns:p14="http://schemas.microsoft.com/office/powerpoint/2010/main" val="7216583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7582E5-C363-52AD-9623-D4768EB724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35FD367D-E907-B45B-BE9C-F683F6E3F3DC}"/>
              </a:ext>
            </a:extLst>
          </p:cNvPr>
          <p:cNvGrpSpPr/>
          <p:nvPr/>
        </p:nvGrpSpPr>
        <p:grpSpPr>
          <a:xfrm>
            <a:off x="721894" y="924984"/>
            <a:ext cx="2695073" cy="1214074"/>
            <a:chOff x="1796715" y="4039"/>
            <a:chExt cx="2021304" cy="655494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04440330-9671-7A0A-25E8-DAB5E49DB4CF}"/>
                </a:ext>
              </a:extLst>
            </p:cNvPr>
            <p:cNvSpPr/>
            <p:nvPr/>
          </p:nvSpPr>
          <p:spPr>
            <a:xfrm>
              <a:off x="1796715" y="4039"/>
              <a:ext cx="2021304" cy="655494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4" name="Rectangle: Rounded Corners 4">
              <a:extLst>
                <a:ext uri="{FF2B5EF4-FFF2-40B4-BE49-F238E27FC236}">
                  <a16:creationId xmlns:a16="http://schemas.microsoft.com/office/drawing/2014/main" id="{B8828E4B-F770-E758-CEB7-CD869528F353}"/>
                </a:ext>
              </a:extLst>
            </p:cNvPr>
            <p:cNvSpPr txBox="1"/>
            <p:nvPr/>
          </p:nvSpPr>
          <p:spPr>
            <a:xfrm>
              <a:off x="1796715" y="68037"/>
              <a:ext cx="1957306" cy="591496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8580" tIns="34290" rIns="68580" bIns="34290" numCol="1" spcCol="1270" anchor="ctr" anchorCtr="0">
              <a:noAutofit/>
            </a:bodyPr>
            <a:lstStyle/>
            <a:p>
              <a:pPr lvl="0" algn="ctr"/>
              <a:r>
                <a:rPr lang="en-IN" sz="2400" dirty="0"/>
                <a:t>Summary of Insights</a:t>
              </a:r>
            </a:p>
          </p:txBody>
        </p:sp>
      </p:grp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9F8C988-A394-8A51-A989-A0BC9B7EF918}"/>
              </a:ext>
            </a:extLst>
          </p:cNvPr>
          <p:cNvSpPr/>
          <p:nvPr/>
        </p:nvSpPr>
        <p:spPr>
          <a:xfrm>
            <a:off x="3192379" y="2566737"/>
            <a:ext cx="6545179" cy="275924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9E60D85A-8809-3CD0-6DD2-705263869B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16460" y="2890692"/>
            <a:ext cx="5475666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Key Patterns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Outliers found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Missing values handled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lang="en-US" altLang="en-US" sz="2400" dirty="0">
                <a:solidFill>
                  <a:schemeClr val="bg1"/>
                </a:solidFill>
                <a:latin typeface="Arial" panose="020B0604020202020204" pitchFamily="34" charset="0"/>
              </a:rPr>
              <a:t>Relationships Discovered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Fea</a:t>
            </a:r>
            <a:r>
              <a:rPr lang="en-US" altLang="en-US" sz="2400" dirty="0">
                <a:solidFill>
                  <a:schemeClr val="bg1"/>
                </a:solidFill>
                <a:latin typeface="Arial" panose="020B0604020202020204" pitchFamily="34" charset="0"/>
              </a:rPr>
              <a:t>ture created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2491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2A756C-4EB8-4EF1-6B25-8E35BE4113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925901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C778CF-5990-0198-00AA-4101723EAB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451762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163</TotalTime>
  <Words>352</Words>
  <Application>Microsoft Office PowerPoint</Application>
  <PresentationFormat>Widescreen</PresentationFormat>
  <Paragraphs>86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Calibri</vt:lpstr>
      <vt:lpstr>Calibri Light</vt:lpstr>
      <vt:lpstr>Wingdings</vt:lpstr>
      <vt:lpstr>Office Theme</vt:lpstr>
      <vt:lpstr>Exploratory Data Analysis (EDA)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 MADESH</dc:creator>
  <cp:lastModifiedBy>M MADESH</cp:lastModifiedBy>
  <cp:revision>3</cp:revision>
  <dcterms:created xsi:type="dcterms:W3CDTF">2025-12-05T11:51:36Z</dcterms:created>
  <dcterms:modified xsi:type="dcterms:W3CDTF">2025-12-06T01:42:56Z</dcterms:modified>
</cp:coreProperties>
</file>